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 id="2147483945" r:id="rId2"/>
  </p:sldMasterIdLst>
  <p:notesMasterIdLst>
    <p:notesMasterId r:id="rId61"/>
  </p:notesMasterIdLst>
  <p:handoutMasterIdLst>
    <p:handoutMasterId r:id="rId62"/>
  </p:handoutMasterIdLst>
  <p:sldIdLst>
    <p:sldId id="500" r:id="rId3"/>
    <p:sldId id="541" r:id="rId4"/>
    <p:sldId id="934" r:id="rId5"/>
    <p:sldId id="935" r:id="rId6"/>
    <p:sldId id="710" r:id="rId7"/>
    <p:sldId id="937" r:id="rId8"/>
    <p:sldId id="940" r:id="rId9"/>
    <p:sldId id="941" r:id="rId10"/>
    <p:sldId id="942" r:id="rId11"/>
    <p:sldId id="943" r:id="rId12"/>
    <p:sldId id="944" r:id="rId13"/>
    <p:sldId id="952" r:id="rId14"/>
    <p:sldId id="949" r:id="rId15"/>
    <p:sldId id="950" r:id="rId16"/>
    <p:sldId id="951" r:id="rId17"/>
    <p:sldId id="953" r:id="rId18"/>
    <p:sldId id="762" r:id="rId19"/>
    <p:sldId id="715" r:id="rId20"/>
    <p:sldId id="716" r:id="rId21"/>
    <p:sldId id="742" r:id="rId22"/>
    <p:sldId id="740" r:id="rId23"/>
    <p:sldId id="766" r:id="rId24"/>
    <p:sldId id="738" r:id="rId25"/>
    <p:sldId id="765" r:id="rId26"/>
    <p:sldId id="768" r:id="rId27"/>
    <p:sldId id="954" r:id="rId28"/>
    <p:sldId id="837" r:id="rId29"/>
    <p:sldId id="769" r:id="rId30"/>
    <p:sldId id="745" r:id="rId31"/>
    <p:sldId id="746" r:id="rId32"/>
    <p:sldId id="790" r:id="rId33"/>
    <p:sldId id="791" r:id="rId34"/>
    <p:sldId id="797" r:id="rId35"/>
    <p:sldId id="798" r:id="rId36"/>
    <p:sldId id="799" r:id="rId37"/>
    <p:sldId id="802" r:id="rId38"/>
    <p:sldId id="805" r:id="rId39"/>
    <p:sldId id="803" r:id="rId40"/>
    <p:sldId id="804" r:id="rId41"/>
    <p:sldId id="530" r:id="rId42"/>
    <p:sldId id="658" r:id="rId43"/>
    <p:sldId id="686" r:id="rId44"/>
    <p:sldId id="696" r:id="rId45"/>
    <p:sldId id="849" r:id="rId46"/>
    <p:sldId id="850" r:id="rId47"/>
    <p:sldId id="688" r:id="rId48"/>
    <p:sldId id="822" r:id="rId49"/>
    <p:sldId id="847" r:id="rId50"/>
    <p:sldId id="690" r:id="rId51"/>
    <p:sldId id="693" r:id="rId52"/>
    <p:sldId id="695" r:id="rId53"/>
    <p:sldId id="931" r:id="rId54"/>
    <p:sldId id="909" r:id="rId55"/>
    <p:sldId id="915" r:id="rId56"/>
    <p:sldId id="916" r:id="rId57"/>
    <p:sldId id="917" r:id="rId58"/>
    <p:sldId id="918" r:id="rId59"/>
    <p:sldId id="845" r:id="rId60"/>
  </p:sldIdLst>
  <p:sldSz cx="9144000" cy="6858000" type="screen4x3"/>
  <p:notesSz cx="7010400" cy="9296400"/>
  <p:defaultTextStyle>
    <a:defPPr>
      <a:defRPr lang="en-US"/>
    </a:defPPr>
    <a:lvl1pPr algn="ctr" rtl="0" eaLnBrk="0" fontAlgn="base" hangingPunct="0">
      <a:lnSpc>
        <a:spcPct val="90000"/>
      </a:lnSpc>
      <a:spcBef>
        <a:spcPct val="0"/>
      </a:spcBef>
      <a:spcAft>
        <a:spcPct val="0"/>
      </a:spcAft>
      <a:defRPr sz="2400" kern="1200">
        <a:solidFill>
          <a:schemeClr val="tx1"/>
        </a:solidFill>
        <a:latin typeface="Arial" charset="0"/>
        <a:ea typeface="+mn-ea"/>
        <a:cs typeface="+mn-cs"/>
      </a:defRPr>
    </a:lvl1pPr>
    <a:lvl2pPr marL="4572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2pPr>
    <a:lvl3pPr marL="9144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3pPr>
    <a:lvl4pPr marL="13716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4pPr>
    <a:lvl5pPr marL="18288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4"/>
    <a:srgbClr val="678DC5"/>
    <a:srgbClr val="3E67A4"/>
    <a:srgbClr val="3E8DC5"/>
    <a:srgbClr val="5F5F65"/>
    <a:srgbClr val="7E7E86"/>
    <a:srgbClr val="FFFFFF"/>
    <a:srgbClr val="8E8E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876" autoAdjust="0"/>
    <p:restoredTop sz="94296" autoAdjust="0"/>
  </p:normalViewPr>
  <p:slideViewPr>
    <p:cSldViewPr snapToGrid="0">
      <p:cViewPr varScale="1">
        <p:scale>
          <a:sx n="108" d="100"/>
          <a:sy n="108" d="100"/>
        </p:scale>
        <p:origin x="2094" y="108"/>
      </p:cViewPr>
      <p:guideLst>
        <p:guide orient="horz" pos="2160"/>
        <p:guide pos="2880"/>
      </p:guideLst>
    </p:cSldViewPr>
  </p:slideViewPr>
  <p:outlineViewPr>
    <p:cViewPr>
      <p:scale>
        <a:sx n="33" d="100"/>
        <a:sy n="33" d="100"/>
      </p:scale>
      <p:origin x="0" y="5022"/>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Lst>
  </p:outlineViewPr>
  <p:notesTextViewPr>
    <p:cViewPr>
      <p:scale>
        <a:sx n="100" d="100"/>
        <a:sy n="100" d="100"/>
      </p:scale>
      <p:origin x="0" y="0"/>
    </p:cViewPr>
  </p:notesTextViewPr>
  <p:sorterViewPr>
    <p:cViewPr>
      <p:scale>
        <a:sx n="100" d="100"/>
        <a:sy n="100" d="100"/>
      </p:scale>
      <p:origin x="0" y="7596"/>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_rels/viewProps.xml.rels><?xml version="1.0" encoding="UTF-8" standalone="yes"?>
<Relationships xmlns="http://schemas.openxmlformats.org/package/2006/relationships"><Relationship Id="rId8" Type="http://schemas.openxmlformats.org/officeDocument/2006/relationships/slide" Target="slides/slide23.xml"/><Relationship Id="rId13" Type="http://schemas.openxmlformats.org/officeDocument/2006/relationships/slide" Target="slides/slide30.xml"/><Relationship Id="rId3" Type="http://schemas.openxmlformats.org/officeDocument/2006/relationships/slide" Target="slides/slide18.xml"/><Relationship Id="rId7" Type="http://schemas.openxmlformats.org/officeDocument/2006/relationships/slide" Target="slides/slide22.xml"/><Relationship Id="rId12" Type="http://schemas.openxmlformats.org/officeDocument/2006/relationships/slide" Target="slides/slide29.xml"/><Relationship Id="rId2" Type="http://schemas.openxmlformats.org/officeDocument/2006/relationships/slide" Target="slides/slide17.xml"/><Relationship Id="rId1" Type="http://schemas.openxmlformats.org/officeDocument/2006/relationships/slide" Target="slides/slide5.xml"/><Relationship Id="rId6" Type="http://schemas.openxmlformats.org/officeDocument/2006/relationships/slide" Target="slides/slide21.xml"/><Relationship Id="rId11" Type="http://schemas.openxmlformats.org/officeDocument/2006/relationships/slide" Target="slides/slide28.xml"/><Relationship Id="rId5" Type="http://schemas.openxmlformats.org/officeDocument/2006/relationships/slide" Target="slides/slide20.xml"/><Relationship Id="rId10" Type="http://schemas.openxmlformats.org/officeDocument/2006/relationships/slide" Target="slides/slide25.xml"/><Relationship Id="rId4" Type="http://schemas.openxmlformats.org/officeDocument/2006/relationships/slide" Target="slides/slide19.xml"/><Relationship Id="rId9" Type="http://schemas.openxmlformats.org/officeDocument/2006/relationships/slide" Target="slides/slide2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6" name="Rectangle 11"/>
          <p:cNvSpPr>
            <a:spLocks noChangeArrowheads="1"/>
          </p:cNvSpPr>
          <p:nvPr/>
        </p:nvSpPr>
        <p:spPr bwMode="auto">
          <a:xfrm>
            <a:off x="6249988" y="8609013"/>
            <a:ext cx="4492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08547" name="Rectangle 12"/>
          <p:cNvSpPr>
            <a:spLocks noChangeArrowheads="1"/>
          </p:cNvSpPr>
          <p:nvPr/>
        </p:nvSpPr>
        <p:spPr bwMode="auto">
          <a:xfrm>
            <a:off x="57150" y="8785225"/>
            <a:ext cx="261937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67" tIns="50185" rIns="95667" bIns="50185">
            <a:spAutoFit/>
          </a:bodyPr>
          <a:lstStyle/>
          <a:p>
            <a:pPr algn="l" defTabSz="611185">
              <a:lnSpc>
                <a:spcPct val="100000"/>
              </a:lnSpc>
              <a:buNone/>
              <a:tabLst>
                <a:tab pos="2387600" algn="l"/>
                <a:tab pos="4830763" algn="l"/>
              </a:tabLst>
            </a:pPr>
            <a:r>
              <a:rPr lang="zh-CN" sz="800" b="0" i="0">
                <a:solidFill>
                  <a:schemeClr val="tx1"/>
                </a:solidFill>
                <a:latin typeface="Arial"/>
                <a:ea typeface="+mn-ea"/>
                <a:cs typeface="+mn-cs"/>
              </a:rPr>
              <a:t>© 2006 Cisco Systems, Inc. 保留所有权利。</a:t>
            </a:r>
          </a:p>
          <a:p>
            <a:pPr algn="l" defTabSz="611185">
              <a:lnSpc>
                <a:spcPct val="100000"/>
              </a:lnSpc>
              <a:buNone/>
              <a:tabLst>
                <a:tab pos="2387600" algn="l"/>
                <a:tab pos="4830763" algn="l"/>
              </a:tabLst>
            </a:pPr>
            <a:r>
              <a:rPr lang="zh-CN" sz="800" b="0" i="0">
                <a:solidFill>
                  <a:schemeClr val="tx1"/>
                </a:solidFill>
                <a:latin typeface="Arial"/>
                <a:ea typeface="+mn-ea"/>
                <a:cs typeface="+mn-cs"/>
              </a:rPr>
              <a:t>Presentation_ID.scr</a:t>
            </a:r>
          </a:p>
        </p:txBody>
      </p:sp>
      <p:sp>
        <p:nvSpPr>
          <p:cNvPr id="108548" name="Line 13"/>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8549" name="Rectangle 14"/>
          <p:cNvSpPr>
            <a:spLocks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p>
            <a:pPr algn="r" defTabSz="903244">
              <a:lnSpc>
                <a:spcPct val="100000"/>
              </a:lnSpc>
              <a:buNone/>
            </a:pPr>
            <a:fld id="{2E09094E-08C8-408C-AB8A-4622A2A54240}" type="slidenum">
              <a:rPr lang="fr-FR" altLang="zh-CN" sz="800" b="0" i="0">
                <a:solidFill>
                  <a:schemeClr val="tx1"/>
                </a:solidFill>
                <a:latin typeface="Arial"/>
                <a:ea typeface="+mn-ea"/>
                <a:cs typeface="+mn-cs"/>
              </a:rPr>
              <a:pPr algn="r" defTabSz="903244">
                <a:lnSpc>
                  <a:spcPct val="100000"/>
                </a:lnSpc>
                <a:buNone/>
              </a:pPr>
              <a:t>‹#›</a:t>
            </a:fld>
            <a:endParaRPr lang="en-US" sz="800"/>
          </a:p>
        </p:txBody>
      </p:sp>
    </p:spTree>
    <p:extLst>
      <p:ext uri="{BB962C8B-B14F-4D97-AF65-F5344CB8AC3E}">
        <p14:creationId xmlns:p14="http://schemas.microsoft.com/office/powerpoint/2010/main" val="1655816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8"/>
          <p:cNvSpPr>
            <a:spLocks noChangeArrowheads="1"/>
          </p:cNvSpPr>
          <p:nvPr/>
        </p:nvSpPr>
        <p:spPr bwMode="auto">
          <a:xfrm>
            <a:off x="6249988" y="8609013"/>
            <a:ext cx="4492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57347" name="Rectangle 9"/>
          <p:cNvSpPr>
            <a:spLocks noChangeArrowheads="1"/>
          </p:cNvSpPr>
          <p:nvPr/>
        </p:nvSpPr>
        <p:spPr bwMode="auto">
          <a:xfrm>
            <a:off x="57150" y="8785225"/>
            <a:ext cx="261937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667" tIns="50185" rIns="95667" bIns="50185">
            <a:spAutoFit/>
          </a:bodyPr>
          <a:lstStyle/>
          <a:p>
            <a:pPr algn="l" defTabSz="611185">
              <a:lnSpc>
                <a:spcPct val="100000"/>
              </a:lnSpc>
              <a:buNone/>
              <a:tabLst>
                <a:tab pos="2387600" algn="l"/>
                <a:tab pos="4830763" algn="l"/>
              </a:tabLst>
            </a:pPr>
            <a:r>
              <a:rPr lang="zh-CN" sz="800" b="0" i="0">
                <a:solidFill>
                  <a:schemeClr val="tx1"/>
                </a:solidFill>
                <a:latin typeface="Arial"/>
                <a:ea typeface="+mn-ea"/>
                <a:cs typeface="+mn-cs"/>
              </a:rPr>
              <a:t>© 2006 Cisco Systems, Inc. 保留所有权利。</a:t>
            </a:r>
          </a:p>
          <a:p>
            <a:pPr algn="l" defTabSz="611185">
              <a:lnSpc>
                <a:spcPct val="100000"/>
              </a:lnSpc>
              <a:buNone/>
              <a:tabLst>
                <a:tab pos="2387600" algn="l"/>
                <a:tab pos="4830763" algn="l"/>
              </a:tabLst>
            </a:pPr>
            <a:r>
              <a:rPr lang="zh-CN" sz="800" b="0" i="0">
                <a:solidFill>
                  <a:schemeClr val="tx1"/>
                </a:solidFill>
                <a:latin typeface="Arial"/>
                <a:ea typeface="+mn-ea"/>
                <a:cs typeface="+mn-cs"/>
              </a:rPr>
              <a:t>Presentation_ID.scr</a:t>
            </a:r>
          </a:p>
        </p:txBody>
      </p:sp>
      <p:sp>
        <p:nvSpPr>
          <p:cNvPr id="57348" name="Line 10"/>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3307" name="Rectangle 11"/>
          <p:cNvSpPr>
            <a:spLocks noGrp="1" noChangeArrowheads="1"/>
          </p:cNvSpPr>
          <p:nvPr>
            <p:ph type="sldNum" sz="quarter" idx="5"/>
          </p:nvPr>
        </p:nvSpPr>
        <p:spPr bwMode="auto">
          <a:xfrm>
            <a:off x="5929313" y="8680450"/>
            <a:ext cx="812800" cy="287338"/>
          </a:xfrm>
          <a:prstGeom prst="rect">
            <a:avLst/>
          </a:prstGeom>
          <a:noFill/>
          <a:ln w="9525">
            <a:noFill/>
            <a:miter lim="800000"/>
            <a:headEnd/>
            <a:tailEnd/>
          </a:ln>
          <a:effectLst/>
        </p:spPr>
        <p:txBody>
          <a:bodyPr vert="horz" wrap="square" lIns="18819" tIns="0" rIns="18819" bIns="0" numCol="1" anchor="b" anchorCtr="0" compatLnSpc="1">
            <a:prstTxWarp prst="textNoShape">
              <a:avLst/>
            </a:prstTxWarp>
          </a:bodyPr>
          <a:lstStyle>
            <a:lvl1pPr algn="r" defTabSz="903288">
              <a:lnSpc>
                <a:spcPct val="100000"/>
              </a:lnSpc>
              <a:defRPr sz="800"/>
            </a:lvl1pPr>
          </a:lstStyle>
          <a:p>
            <a:pPr>
              <a:defRPr/>
            </a:pPr>
            <a:fld id="{DFC9B780-5DB9-4EA3-984D-3ED5FA4B047E}" type="slidenum">
              <a:rPr lang="en-US"/>
              <a:pPr>
                <a:defRPr/>
              </a:pPr>
              <a:t>‹#›</a:t>
            </a:fld>
            <a:endParaRPr lang="en-US" dirty="0"/>
          </a:p>
        </p:txBody>
      </p:sp>
      <p:sp>
        <p:nvSpPr>
          <p:cNvPr id="57350" name="Rectangle 12"/>
          <p:cNvSpPr>
            <a:spLocks noGrp="1" noRot="1" noChangeAspect="1" noChangeArrowheads="1" noTextEdit="1"/>
          </p:cNvSpPr>
          <p:nvPr>
            <p:ph type="sldImg" idx="2"/>
          </p:nvPr>
        </p:nvSpPr>
        <p:spPr bwMode="auto">
          <a:xfrm>
            <a:off x="873125" y="244475"/>
            <a:ext cx="5321300" cy="39909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183309" name="Rectangle 13"/>
          <p:cNvSpPr>
            <a:spLocks noGrp="1" noChangeArrowheads="1"/>
          </p:cNvSpPr>
          <p:nvPr>
            <p:ph type="body" sz="quarter" idx="3"/>
          </p:nvPr>
        </p:nvSpPr>
        <p:spPr bwMode="auto">
          <a:xfrm>
            <a:off x="768350" y="4378325"/>
            <a:ext cx="5468938" cy="4252913"/>
          </a:xfrm>
          <a:prstGeom prst="rect">
            <a:avLst/>
          </a:prstGeom>
          <a:noFill/>
          <a:ln w="9525">
            <a:noFill/>
            <a:miter lim="800000"/>
            <a:headEnd/>
            <a:tailEnd/>
          </a:ln>
          <a:effectLst/>
        </p:spPr>
        <p:txBody>
          <a:bodyPr vert="horz" wrap="square" lIns="95667" tIns="50185" rIns="95667" bIns="5018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708527051"/>
      </p:ext>
    </p:extLst>
  </p:cSld>
  <p:clrMap bg1="lt1" tx1="dk1" bg2="lt2" tx2="dk2" accent1="accent1" accent2="accent2" accent3="accent3" accent4="accent4" accent5="accent5" accent6="accent6" hlink="hlink" folHlink="folHlink"/>
  <p:notesStyle>
    <a:lvl1pPr marL="112713" indent="-112713" algn="l" defTabSz="1020763" rtl="0" eaLnBrk="0" fontAlgn="base" hangingPunct="0">
      <a:lnSpc>
        <a:spcPct val="90000"/>
      </a:lnSpc>
      <a:spcBef>
        <a:spcPct val="50000"/>
      </a:spcBef>
      <a:spcAft>
        <a:spcPct val="0"/>
      </a:spcAft>
      <a:buSzPct val="100000"/>
      <a:buChar char="•"/>
      <a:defRPr sz="1200" kern="1200">
        <a:solidFill>
          <a:schemeClr val="tx1"/>
        </a:solidFill>
        <a:latin typeface="Arial" charset="0"/>
        <a:ea typeface="+mn-ea"/>
        <a:cs typeface="+mn-cs"/>
      </a:defRPr>
    </a:lvl1pPr>
    <a:lvl2pPr marL="482600" indent="-120650"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2pPr>
    <a:lvl3pPr marL="9667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3pPr>
    <a:lvl4pPr marL="14493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4pPr>
    <a:lvl5pPr marL="19319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defRPr>
            </a:lvl1pPr>
            <a:lvl2pPr marL="742950" indent="-285750" defTabSz="903288">
              <a:defRPr sz="2400">
                <a:solidFill>
                  <a:schemeClr val="tx1"/>
                </a:solidFill>
                <a:latin typeface="Arial" charset="0"/>
              </a:defRPr>
            </a:lvl2pPr>
            <a:lvl3pPr marL="1143000" indent="-228600" defTabSz="903288">
              <a:defRPr sz="2400">
                <a:solidFill>
                  <a:schemeClr val="tx1"/>
                </a:solidFill>
                <a:latin typeface="Arial" charset="0"/>
              </a:defRPr>
            </a:lvl3pPr>
            <a:lvl4pPr marL="1600200" indent="-228600" defTabSz="903288">
              <a:defRPr sz="2400">
                <a:solidFill>
                  <a:schemeClr val="tx1"/>
                </a:solidFill>
                <a:latin typeface="Arial" charset="0"/>
              </a:defRPr>
            </a:lvl4pPr>
            <a:lvl5pPr marL="2057400" indent="-228600" defTabSz="903288">
              <a:defRPr sz="2400">
                <a:solidFill>
                  <a:schemeClr val="tx1"/>
                </a:solidFill>
                <a:latin typeface="Arial"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defRPr>
            </a:lvl9pPr>
          </a:lstStyle>
          <a:p>
            <a:pPr algn="r" defTabSz="903244">
              <a:lnSpc>
                <a:spcPct val="100000"/>
              </a:lnSpc>
              <a:buNone/>
            </a:pPr>
            <a:fld id="{A96EB1EB-B24C-4552-B40F-C9B043E6F693}" type="slidenum">
              <a:rPr lang="fr-FR" altLang="zh-CN" sz="800" b="0" i="0">
                <a:solidFill>
                  <a:schemeClr val="tx1"/>
                </a:solidFill>
                <a:latin typeface="Arial"/>
                <a:ea typeface="+mn-ea"/>
                <a:cs typeface="+mn-cs"/>
              </a:rPr>
              <a:pPr algn="r" defTabSz="903244">
                <a:lnSpc>
                  <a:spcPct val="100000"/>
                </a:lnSpc>
                <a:buNone/>
              </a:pPr>
              <a:t>1</a:t>
            </a:fld>
            <a:endParaRPr lang="en-US" sz="8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xfrm>
            <a:off x="404813" y="4378325"/>
            <a:ext cx="6121400" cy="42529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46" indent="-112746" algn="l" defTabSz="1020745">
              <a:buNone/>
            </a:pPr>
            <a:r>
              <a:rPr lang="en-US" sz="1200" b="1" i="0">
                <a:solidFill>
                  <a:srgbClr val="000000"/>
                </a:solidFill>
                <a:latin typeface="Arial"/>
                <a:ea typeface="+mn-ea"/>
                <a:cs typeface="+mn-cs"/>
              </a:rPr>
              <a:t>Cisco Networking Academy 计划</a:t>
            </a:r>
          </a:p>
          <a:p>
            <a:pPr marL="112746" indent="-112746" algn="l" defTabSz="1020745">
              <a:buNone/>
            </a:pPr>
            <a:r>
              <a:rPr lang="en-US" sz="1200" b="1" i="0">
                <a:solidFill>
                  <a:srgbClr val="000000"/>
                </a:solidFill>
                <a:latin typeface="Arial"/>
                <a:ea typeface="+mn-ea"/>
                <a:cs typeface="+mn-cs"/>
              </a:rPr>
              <a:t>网络简介</a:t>
            </a:r>
          </a:p>
          <a:p>
            <a:pPr marL="112746" indent="-112746" algn="l" defTabSz="1020745">
              <a:buNone/>
            </a:pPr>
            <a:r>
              <a:rPr lang="en-US" sz="1300" b="1" i="0">
                <a:solidFill>
                  <a:srgbClr val="000000"/>
                </a:solidFill>
                <a:latin typeface="Arial"/>
                <a:ea typeface="+mn-ea"/>
                <a:cs typeface="+mn-cs"/>
              </a:rPr>
              <a:t>第 2 章：配置网络操作系统</a:t>
            </a:r>
            <a:endParaRPr lang="en-GB" b="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defRPr>
            </a:lvl1pPr>
            <a:lvl2pPr marL="742950" indent="-285750" defTabSz="903288">
              <a:defRPr sz="2400">
                <a:solidFill>
                  <a:schemeClr val="tx1"/>
                </a:solidFill>
                <a:latin typeface="Arial" charset="0"/>
              </a:defRPr>
            </a:lvl2pPr>
            <a:lvl3pPr marL="1143000" indent="-228600" defTabSz="903288">
              <a:defRPr sz="2400">
                <a:solidFill>
                  <a:schemeClr val="tx1"/>
                </a:solidFill>
                <a:latin typeface="Arial" charset="0"/>
              </a:defRPr>
            </a:lvl3pPr>
            <a:lvl4pPr marL="1600200" indent="-228600" defTabSz="903288">
              <a:defRPr sz="2400">
                <a:solidFill>
                  <a:schemeClr val="tx1"/>
                </a:solidFill>
                <a:latin typeface="Arial" charset="0"/>
              </a:defRPr>
            </a:lvl4pPr>
            <a:lvl5pPr marL="2057400" indent="-228600" defTabSz="903288">
              <a:defRPr sz="2400">
                <a:solidFill>
                  <a:schemeClr val="tx1"/>
                </a:solidFill>
                <a:latin typeface="Arial"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defRPr>
            </a:lvl9pPr>
          </a:lstStyle>
          <a:p>
            <a:pPr algn="r" defTabSz="903244">
              <a:lnSpc>
                <a:spcPct val="100000"/>
              </a:lnSpc>
              <a:buNone/>
            </a:pPr>
            <a:fld id="{72AAE223-5F1F-4187-AFD7-ECAC8FE14986}" type="slidenum">
              <a:rPr lang="fr-FR" altLang="zh-CN" sz="800" b="0" i="0">
                <a:solidFill>
                  <a:schemeClr val="tx1"/>
                </a:solidFill>
                <a:latin typeface="Arial"/>
                <a:ea typeface="+mn-ea"/>
                <a:cs typeface="+mn-cs"/>
              </a:rPr>
              <a:pPr algn="r" defTabSz="903244">
                <a:lnSpc>
                  <a:spcPct val="100000"/>
                </a:lnSpc>
                <a:buNone/>
              </a:pPr>
              <a:t>2</a:t>
            </a:fld>
            <a:endParaRPr lang="en-US" sz="80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46" indent="-112746" algn="l" defTabSz="1020745">
              <a:buNone/>
            </a:pPr>
            <a:r>
              <a:rPr lang="en-US" sz="1200" b="1" i="0">
                <a:solidFill>
                  <a:srgbClr val="000000"/>
                </a:solidFill>
                <a:latin typeface="Arial"/>
                <a:ea typeface="+mn-ea"/>
                <a:cs typeface="+mn-cs"/>
              </a:rPr>
              <a:t>第 2 章：目标</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96484A6B-AC59-43C0-A329-EF290146FCCC}" type="slidenum">
              <a:rPr lang="zh-CN" altLang="en-US"/>
              <a:pPr/>
              <a:t>4</a:t>
            </a:fld>
            <a:endParaRPr lang="en-US" altLang="zh-CN"/>
          </a:p>
        </p:txBody>
      </p:sp>
      <p:sp>
        <p:nvSpPr>
          <p:cNvPr id="1014786" name="Rectangle 2"/>
          <p:cNvSpPr>
            <a:spLocks noGrp="1" noRot="1" noChangeAspect="1" noChangeArrowheads="1" noTextEdit="1"/>
          </p:cNvSpPr>
          <p:nvPr>
            <p:ph type="sldImg"/>
          </p:nvPr>
        </p:nvSpPr>
        <p:spPr>
          <a:ln/>
        </p:spPr>
      </p:sp>
      <p:sp>
        <p:nvSpPr>
          <p:cNvPr id="101478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defRPr>
            </a:lvl1pPr>
            <a:lvl2pPr marL="742950" indent="-285750" defTabSz="903288">
              <a:defRPr sz="2400">
                <a:solidFill>
                  <a:schemeClr val="tx1"/>
                </a:solidFill>
                <a:latin typeface="Arial" charset="0"/>
              </a:defRPr>
            </a:lvl2pPr>
            <a:lvl3pPr marL="1143000" indent="-228600" defTabSz="903288">
              <a:defRPr sz="2400">
                <a:solidFill>
                  <a:schemeClr val="tx1"/>
                </a:solidFill>
                <a:latin typeface="Arial" charset="0"/>
              </a:defRPr>
            </a:lvl3pPr>
            <a:lvl4pPr marL="1600200" indent="-228600" defTabSz="903288">
              <a:defRPr sz="2400">
                <a:solidFill>
                  <a:schemeClr val="tx1"/>
                </a:solidFill>
                <a:latin typeface="Arial" charset="0"/>
              </a:defRPr>
            </a:lvl4pPr>
            <a:lvl5pPr marL="2057400" indent="-228600" defTabSz="903288">
              <a:defRPr sz="2400">
                <a:solidFill>
                  <a:schemeClr val="tx1"/>
                </a:solidFill>
                <a:latin typeface="Arial"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defRPr>
            </a:lvl9pPr>
          </a:lstStyle>
          <a:p>
            <a:pPr algn="r" defTabSz="903244">
              <a:lnSpc>
                <a:spcPct val="100000"/>
              </a:lnSpc>
              <a:buNone/>
            </a:pPr>
            <a:fld id="{6710DC11-815E-4CB4-AA0F-93804A5A279C}" type="slidenum">
              <a:rPr lang="fr-FR" altLang="zh-CN" sz="800" b="0" i="0">
                <a:solidFill>
                  <a:schemeClr val="tx1"/>
                </a:solidFill>
                <a:latin typeface="Arial"/>
                <a:ea typeface="+mn-ea"/>
                <a:cs typeface="+mn-cs"/>
              </a:rPr>
              <a:pPr algn="r" defTabSz="903244">
                <a:lnSpc>
                  <a:spcPct val="100000"/>
                </a:lnSpc>
                <a:buNone/>
              </a:pPr>
              <a:t>5</a:t>
            </a:fld>
            <a:endParaRPr lang="en-US" sz="80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46" indent="-112746" algn="l" defTabSz="1020745">
              <a:lnSpc>
                <a:spcPct val="80000"/>
              </a:lnSpc>
              <a:buNone/>
            </a:pPr>
            <a:r>
              <a:rPr lang="zh-CN" sz="1200" b="0" i="0">
                <a:solidFill>
                  <a:srgbClr val="000000"/>
                </a:solidFill>
                <a:latin typeface="Arial"/>
                <a:ea typeface="+mn-ea"/>
                <a:cs typeface="+mn-cs"/>
              </a:rPr>
              <a:t>2.1.1.2 操作系统的用途</a:t>
            </a:r>
          </a:p>
          <a:p>
            <a:pPr marL="112746" indent="-112746" algn="l" defTabSz="1020745">
              <a:lnSpc>
                <a:spcPct val="80000"/>
              </a:lnSpc>
              <a:buNone/>
            </a:pPr>
            <a:endParaRPr lang="en-US"/>
          </a:p>
          <a:p>
            <a:pPr marL="112746" indent="-112746" algn="l" defTabSz="1020745">
              <a:lnSpc>
                <a:spcPct val="80000"/>
              </a:lnSpc>
              <a:buNone/>
            </a:pPr>
            <a:r>
              <a:rPr lang="zh-CN" sz="1200" b="0" i="0">
                <a:solidFill>
                  <a:srgbClr val="000000"/>
                </a:solidFill>
                <a:latin typeface="Arial"/>
                <a:ea typeface="+mn-ea"/>
                <a:cs typeface="+mn-cs"/>
              </a:rPr>
              <a:t>在本课程中，您将重点关注 Cisco IOS 版本 15.x</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91170085-D17D-47D8-96A5-95D6B2C678B7}" type="slidenum">
              <a:rPr lang="zh-CN" altLang="en-US"/>
              <a:pPr/>
              <a:t>6</a:t>
            </a:fld>
            <a:endParaRPr lang="en-US" altLang="zh-CN"/>
          </a:p>
        </p:txBody>
      </p:sp>
      <p:sp>
        <p:nvSpPr>
          <p:cNvPr id="1189890" name="Rectangle 2"/>
          <p:cNvSpPr>
            <a:spLocks noGrp="1" noRot="1" noChangeAspect="1" noChangeArrowheads="1" noTextEdit="1"/>
          </p:cNvSpPr>
          <p:nvPr>
            <p:ph type="sldImg"/>
          </p:nvPr>
        </p:nvSpPr>
        <p:spPr>
          <a:ln/>
        </p:spPr>
      </p:sp>
      <p:sp>
        <p:nvSpPr>
          <p:cNvPr id="118989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45572041-A7F6-4C6D-83A3-5BA8F445B183}" type="slidenum">
              <a:rPr lang="zh-CN" altLang="en-US"/>
              <a:pPr/>
              <a:t>7</a:t>
            </a:fld>
            <a:endParaRPr lang="en-US" altLang="zh-CN"/>
          </a:p>
        </p:txBody>
      </p:sp>
      <p:sp>
        <p:nvSpPr>
          <p:cNvPr id="1309698" name="Rectangle 2"/>
          <p:cNvSpPr>
            <a:spLocks noGrp="1" noRot="1" noChangeAspect="1" noChangeArrowheads="1" noTextEdit="1"/>
          </p:cNvSpPr>
          <p:nvPr>
            <p:ph type="sldImg"/>
          </p:nvPr>
        </p:nvSpPr>
        <p:spPr>
          <a:ln/>
        </p:spPr>
      </p:sp>
      <p:sp>
        <p:nvSpPr>
          <p:cNvPr id="130969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73CB2803-E25B-43CE-AE1A-3072E490F32D}" type="slidenum">
              <a:rPr lang="zh-CN" altLang="en-US"/>
              <a:pPr/>
              <a:t>8</a:t>
            </a:fld>
            <a:endParaRPr lang="en-US" altLang="zh-CN"/>
          </a:p>
        </p:txBody>
      </p:sp>
      <p:sp>
        <p:nvSpPr>
          <p:cNvPr id="1204226" name="Rectangle 2"/>
          <p:cNvSpPr>
            <a:spLocks noGrp="1" noRot="1" noChangeAspect="1" noChangeArrowheads="1" noTextEdit="1"/>
          </p:cNvSpPr>
          <p:nvPr>
            <p:ph type="sldImg"/>
          </p:nvPr>
        </p:nvSpPr>
        <p:spPr>
          <a:ln/>
        </p:spPr>
      </p:sp>
      <p:sp>
        <p:nvSpPr>
          <p:cNvPr id="120422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BBBAD39A-3760-4D17-80A8-C4FCBEEEB38C}" type="slidenum">
              <a:rPr lang="zh-CN" altLang="en-US"/>
              <a:pPr/>
              <a:t>9</a:t>
            </a:fld>
            <a:endParaRPr lang="en-US" altLang="zh-CN"/>
          </a:p>
        </p:txBody>
      </p:sp>
      <p:sp>
        <p:nvSpPr>
          <p:cNvPr id="1255426" name="Rectangle 2"/>
          <p:cNvSpPr>
            <a:spLocks noGrp="1" noRot="1" noChangeAspect="1" noChangeArrowheads="1" noTextEdit="1"/>
          </p:cNvSpPr>
          <p:nvPr>
            <p:ph type="sldImg"/>
          </p:nvPr>
        </p:nvSpPr>
        <p:spPr>
          <a:ln/>
        </p:spPr>
      </p:sp>
      <p:sp>
        <p:nvSpPr>
          <p:cNvPr id="125542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7C3E8515-26DA-4AD7-8227-1080B1AAFAE8}" type="slidenum">
              <a:rPr lang="zh-CN" altLang="en-US"/>
              <a:pPr/>
              <a:t>10</a:t>
            </a:fld>
            <a:endParaRPr lang="en-US" altLang="zh-CN"/>
          </a:p>
        </p:txBody>
      </p:sp>
      <p:sp>
        <p:nvSpPr>
          <p:cNvPr id="1193986" name="Rectangle 2"/>
          <p:cNvSpPr>
            <a:spLocks noGrp="1" noRot="1" noChangeAspect="1" noChangeArrowheads="1" noTextEdit="1"/>
          </p:cNvSpPr>
          <p:nvPr>
            <p:ph type="sldImg"/>
          </p:nvPr>
        </p:nvSpPr>
        <p:spPr>
          <a:ln/>
        </p:spPr>
      </p:sp>
      <p:sp>
        <p:nvSpPr>
          <p:cNvPr id="119398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75C5ED91-7ED8-42AD-9CCD-88805EB97603}" type="slidenum">
              <a:rPr lang="zh-CN" altLang="en-US"/>
              <a:pPr/>
              <a:t>11</a:t>
            </a:fld>
            <a:endParaRPr lang="en-US" altLang="zh-CN"/>
          </a:p>
        </p:txBody>
      </p:sp>
      <p:sp>
        <p:nvSpPr>
          <p:cNvPr id="1206274" name="Rectangle 2"/>
          <p:cNvSpPr>
            <a:spLocks noGrp="1" noRot="1" noChangeAspect="1" noChangeArrowheads="1" noTextEdit="1"/>
          </p:cNvSpPr>
          <p:nvPr>
            <p:ph type="sldImg"/>
          </p:nvPr>
        </p:nvSpPr>
        <p:spPr>
          <a:ln/>
        </p:spPr>
      </p:sp>
      <p:sp>
        <p:nvSpPr>
          <p:cNvPr id="120627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24056611-570E-4A44-9A4B-6B6787483C21}" type="slidenum">
              <a:rPr lang="zh-CN" altLang="en-US"/>
              <a:pPr/>
              <a:t>13</a:t>
            </a:fld>
            <a:endParaRPr lang="en-US" altLang="zh-CN"/>
          </a:p>
        </p:txBody>
      </p:sp>
      <p:sp>
        <p:nvSpPr>
          <p:cNvPr id="1183746" name="Rectangle 2"/>
          <p:cNvSpPr>
            <a:spLocks noGrp="1" noRot="1" noChangeAspect="1" noChangeArrowheads="1" noTextEdit="1"/>
          </p:cNvSpPr>
          <p:nvPr>
            <p:ph type="sldImg"/>
          </p:nvPr>
        </p:nvSpPr>
        <p:spPr>
          <a:ln/>
        </p:spPr>
      </p:sp>
      <p:sp>
        <p:nvSpPr>
          <p:cNvPr id="118374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2FF74133-2B22-4F8D-AEE7-17E5ECD6BB96}" type="slidenum">
              <a:rPr lang="zh-CN" altLang="en-US"/>
              <a:pPr/>
              <a:t>14</a:t>
            </a:fld>
            <a:endParaRPr lang="en-US" altLang="zh-CN"/>
          </a:p>
        </p:txBody>
      </p:sp>
      <p:sp>
        <p:nvSpPr>
          <p:cNvPr id="1210370" name="Rectangle 2"/>
          <p:cNvSpPr>
            <a:spLocks noGrp="1" noRot="1" noChangeAspect="1" noChangeArrowheads="1" noTextEdit="1"/>
          </p:cNvSpPr>
          <p:nvPr>
            <p:ph type="sldImg"/>
          </p:nvPr>
        </p:nvSpPr>
        <p:spPr>
          <a:ln/>
        </p:spPr>
      </p:sp>
      <p:sp>
        <p:nvSpPr>
          <p:cNvPr id="1210371"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type="sldNum" sz="quarter" idx="5"/>
          </p:nvPr>
        </p:nvSpPr>
        <p:spPr>
          <a:ln/>
        </p:spPr>
        <p:txBody>
          <a:bodyPr/>
          <a:lstStyle/>
          <a:p>
            <a:fld id="{02B120E9-9A5D-43BA-8E3B-AC28B11D30C8}" type="slidenum">
              <a:rPr lang="zh-CN" altLang="en-US"/>
              <a:pPr/>
              <a:t>15</a:t>
            </a:fld>
            <a:endParaRPr lang="en-US" altLang="zh-CN"/>
          </a:p>
        </p:txBody>
      </p:sp>
      <p:sp>
        <p:nvSpPr>
          <p:cNvPr id="1214466" name="Rectangle 2"/>
          <p:cNvSpPr>
            <a:spLocks noGrp="1" noRot="1" noChangeAspect="1" noChangeArrowheads="1" noTextEdit="1"/>
          </p:cNvSpPr>
          <p:nvPr>
            <p:ph type="sldImg"/>
          </p:nvPr>
        </p:nvSpPr>
        <p:spPr>
          <a:ln/>
        </p:spPr>
      </p:sp>
      <p:sp>
        <p:nvSpPr>
          <p:cNvPr id="1214467"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defRPr>
            </a:lvl1pPr>
            <a:lvl2pPr marL="742950" indent="-285750" defTabSz="903288">
              <a:defRPr sz="2400">
                <a:solidFill>
                  <a:schemeClr val="tx1"/>
                </a:solidFill>
                <a:latin typeface="Arial" charset="0"/>
              </a:defRPr>
            </a:lvl2pPr>
            <a:lvl3pPr marL="1143000" indent="-228600" defTabSz="903288">
              <a:defRPr sz="2400">
                <a:solidFill>
                  <a:schemeClr val="tx1"/>
                </a:solidFill>
                <a:latin typeface="Arial" charset="0"/>
              </a:defRPr>
            </a:lvl3pPr>
            <a:lvl4pPr marL="1600200" indent="-228600" defTabSz="903288">
              <a:defRPr sz="2400">
                <a:solidFill>
                  <a:schemeClr val="tx1"/>
                </a:solidFill>
                <a:latin typeface="Arial" charset="0"/>
              </a:defRPr>
            </a:lvl4pPr>
            <a:lvl5pPr marL="2057400" indent="-228600" defTabSz="903288">
              <a:defRPr sz="2400">
                <a:solidFill>
                  <a:schemeClr val="tx1"/>
                </a:solidFill>
                <a:latin typeface="Arial"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defRPr>
            </a:lvl9pPr>
          </a:lstStyle>
          <a:p>
            <a:pPr algn="r" defTabSz="903244">
              <a:lnSpc>
                <a:spcPct val="100000"/>
              </a:lnSpc>
              <a:buNone/>
            </a:pPr>
            <a:fld id="{D889EC7D-24E8-4EC2-A180-504EC1B3BDD9}" type="slidenum">
              <a:rPr lang="fr-FR" altLang="zh-CN" sz="800" b="0" i="0">
                <a:solidFill>
                  <a:schemeClr val="tx1"/>
                </a:solidFill>
                <a:latin typeface="Arial"/>
                <a:ea typeface="+mn-ea"/>
                <a:cs typeface="+mn-cs"/>
              </a:rPr>
              <a:pPr algn="r" defTabSz="903244">
                <a:lnSpc>
                  <a:spcPct val="100000"/>
                </a:lnSpc>
                <a:buNone/>
              </a:pPr>
              <a:t>17</a:t>
            </a:fld>
            <a:endParaRPr lang="en-US" sz="80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46" indent="-112746" algn="l" defTabSz="1020745">
              <a:lnSpc>
                <a:spcPct val="80000"/>
              </a:lnSpc>
              <a:buNone/>
            </a:pPr>
            <a:r>
              <a:rPr lang="zh-CN" sz="1200" b="0" i="0" dirty="0">
                <a:solidFill>
                  <a:srgbClr val="000000"/>
                </a:solidFill>
                <a:latin typeface="Arial"/>
                <a:ea typeface="+mn-ea"/>
                <a:cs typeface="+mn-cs"/>
              </a:rPr>
              <a:t>2.1.2.1 控制台访问方法</a:t>
            </a:r>
          </a:p>
          <a:p>
            <a:pPr marL="112746" indent="-112746" algn="l" defTabSz="1020745">
              <a:lnSpc>
                <a:spcPct val="80000"/>
              </a:lnSpc>
              <a:buNone/>
            </a:pPr>
            <a:endParaRPr lang="en-US" dirty="0"/>
          </a:p>
          <a:p>
            <a:pPr marL="112746" indent="-112746" algn="l" defTabSz="1020745">
              <a:lnSpc>
                <a:spcPct val="80000"/>
              </a:lnSpc>
              <a:buNone/>
            </a:pPr>
            <a:r>
              <a:rPr lang="zh-CN" sz="1200" b="0" i="0" dirty="0">
                <a:solidFill>
                  <a:srgbClr val="000000"/>
                </a:solidFill>
                <a:latin typeface="Arial"/>
                <a:ea typeface="+mn-ea"/>
                <a:cs typeface="+mn-cs"/>
              </a:rPr>
              <a:t>带外访问是指通过仅用于设备维护的专用管理通道进行访问</a:t>
            </a:r>
            <a:r>
              <a:rPr lang="zh-CN" altLang="en-US" sz="1200" b="0" i="0" dirty="0">
                <a:solidFill>
                  <a:srgbClr val="000000"/>
                </a:solidFill>
                <a:latin typeface="Arial"/>
                <a:ea typeface="+mn-ea"/>
                <a:cs typeface="+mn-cs"/>
              </a:rPr>
              <a:t>。</a:t>
            </a:r>
            <a:endParaRPr lang="zh-CN" sz="1200" b="0" i="0" dirty="0">
              <a:solidFill>
                <a:srgbClr val="000000"/>
              </a:solidFill>
              <a:latin typeface="Arial"/>
              <a:ea typeface="+mn-ea"/>
              <a:cs typeface="+mn-cs"/>
            </a:endParaRPr>
          </a:p>
          <a:p>
            <a:pPr marL="112746" indent="-112746" algn="l" defTabSz="1020745">
              <a:lnSpc>
                <a:spcPct val="80000"/>
              </a:lnSpc>
              <a:buNone/>
            </a:pPr>
            <a:endParaRPr lang="en-US" dirty="0"/>
          </a:p>
          <a:p>
            <a:pPr marL="112746" indent="-112746" algn="l" defTabSz="1020745">
              <a:lnSpc>
                <a:spcPct val="80000"/>
              </a:lnSpc>
              <a:buNone/>
            </a:pPr>
            <a:r>
              <a:rPr lang="zh-CN" sz="1200" b="0" i="0" dirty="0">
                <a:solidFill>
                  <a:srgbClr val="000000"/>
                </a:solidFill>
                <a:latin typeface="Arial"/>
                <a:ea typeface="+mn-ea"/>
                <a:cs typeface="+mn-cs"/>
              </a:rPr>
              <a:t> 如果口令遗失，可通过一套特别规程来绕过口令访问设备。</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defRPr>
            </a:lvl1pPr>
            <a:lvl2pPr marL="742950" indent="-285750" defTabSz="903288">
              <a:defRPr sz="2400">
                <a:solidFill>
                  <a:schemeClr val="tx1"/>
                </a:solidFill>
                <a:latin typeface="Arial" charset="0"/>
              </a:defRPr>
            </a:lvl2pPr>
            <a:lvl3pPr marL="1143000" indent="-228600" defTabSz="903288">
              <a:defRPr sz="2400">
                <a:solidFill>
                  <a:schemeClr val="tx1"/>
                </a:solidFill>
                <a:latin typeface="Arial" charset="0"/>
              </a:defRPr>
            </a:lvl3pPr>
            <a:lvl4pPr marL="1600200" indent="-228600" defTabSz="903288">
              <a:defRPr sz="2400">
                <a:solidFill>
                  <a:schemeClr val="tx1"/>
                </a:solidFill>
                <a:latin typeface="Arial" charset="0"/>
              </a:defRPr>
            </a:lvl4pPr>
            <a:lvl5pPr marL="2057400" indent="-228600" defTabSz="903288">
              <a:defRPr sz="2400">
                <a:solidFill>
                  <a:schemeClr val="tx1"/>
                </a:solidFill>
                <a:latin typeface="Arial"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defRPr>
            </a:lvl9pPr>
          </a:lstStyle>
          <a:p>
            <a:pPr algn="r" defTabSz="903244">
              <a:lnSpc>
                <a:spcPct val="100000"/>
              </a:lnSpc>
              <a:buNone/>
            </a:pPr>
            <a:fld id="{9D216AE3-9CD4-408B-9F2D-CDEF2494BFF3}" type="slidenum">
              <a:rPr lang="fr-FR" altLang="zh-CN" sz="800" b="0" i="0">
                <a:solidFill>
                  <a:schemeClr val="tx1"/>
                </a:solidFill>
                <a:latin typeface="Arial"/>
                <a:ea typeface="+mn-ea"/>
                <a:cs typeface="+mn-cs"/>
              </a:rPr>
              <a:pPr algn="r" defTabSz="903244">
                <a:lnSpc>
                  <a:spcPct val="100000"/>
                </a:lnSpc>
                <a:buNone/>
              </a:pPr>
              <a:t>18</a:t>
            </a:fld>
            <a:endParaRPr lang="en-US" sz="80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46" indent="-112746" algn="l" defTabSz="1020745">
              <a:lnSpc>
                <a:spcPct val="80000"/>
              </a:lnSpc>
              <a:buNone/>
            </a:pPr>
            <a:r>
              <a:rPr lang="zh-CN" sz="1200" b="0" i="0">
                <a:solidFill>
                  <a:srgbClr val="000000"/>
                </a:solidFill>
                <a:latin typeface="Arial"/>
                <a:ea typeface="+mn-ea"/>
                <a:cs typeface="+mn-cs"/>
              </a:rPr>
              <a:t>2.1.2.2  Telnet、SSH 和 AUX 访问方法</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defRPr>
            </a:lvl1pPr>
            <a:lvl2pPr marL="742950" indent="-285750" defTabSz="903288">
              <a:defRPr sz="2400">
                <a:solidFill>
                  <a:schemeClr val="tx1"/>
                </a:solidFill>
                <a:latin typeface="Arial" charset="0"/>
              </a:defRPr>
            </a:lvl2pPr>
            <a:lvl3pPr marL="1143000" indent="-228600" defTabSz="903288">
              <a:defRPr sz="2400">
                <a:solidFill>
                  <a:schemeClr val="tx1"/>
                </a:solidFill>
                <a:latin typeface="Arial" charset="0"/>
              </a:defRPr>
            </a:lvl3pPr>
            <a:lvl4pPr marL="1600200" indent="-228600" defTabSz="903288">
              <a:defRPr sz="2400">
                <a:solidFill>
                  <a:schemeClr val="tx1"/>
                </a:solidFill>
                <a:latin typeface="Arial" charset="0"/>
              </a:defRPr>
            </a:lvl4pPr>
            <a:lvl5pPr marL="2057400" indent="-228600" defTabSz="903288">
              <a:defRPr sz="2400">
                <a:solidFill>
                  <a:schemeClr val="tx1"/>
                </a:solidFill>
                <a:latin typeface="Arial"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defRPr>
            </a:lvl9pPr>
          </a:lstStyle>
          <a:p>
            <a:pPr algn="r" defTabSz="903244">
              <a:lnSpc>
                <a:spcPct val="100000"/>
              </a:lnSpc>
              <a:buNone/>
            </a:pPr>
            <a:fld id="{B7BEEAE8-BFD7-4F5F-B657-E081A39E9320}" type="slidenum">
              <a:rPr lang="fr-FR" altLang="zh-CN" sz="800" b="0" i="0">
                <a:solidFill>
                  <a:schemeClr val="tx1"/>
                </a:solidFill>
                <a:latin typeface="Arial"/>
                <a:ea typeface="+mn-ea"/>
                <a:cs typeface="+mn-cs"/>
              </a:rPr>
              <a:pPr algn="r" defTabSz="903244">
                <a:lnSpc>
                  <a:spcPct val="100000"/>
                </a:lnSpc>
                <a:buNone/>
              </a:pPr>
              <a:t>19</a:t>
            </a:fld>
            <a:endParaRPr lang="en-US" sz="80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46" indent="-112746" algn="l" defTabSz="1020745">
              <a:lnSpc>
                <a:spcPct val="80000"/>
              </a:lnSpc>
              <a:buNone/>
            </a:pPr>
            <a:r>
              <a:rPr lang="zh-CN" sz="1200" b="0" i="0" dirty="0">
                <a:solidFill>
                  <a:srgbClr val="000000"/>
                </a:solidFill>
                <a:latin typeface="Arial"/>
                <a:ea typeface="+mn-ea"/>
                <a:cs typeface="+mn-cs"/>
              </a:rPr>
              <a:t>2.1.2.3  终端仿真程序</a:t>
            </a:r>
          </a:p>
          <a:p>
            <a:pPr marL="112746" indent="-112746" algn="l" defTabSz="1020745">
              <a:lnSpc>
                <a:spcPct val="80000"/>
              </a:lnSpc>
              <a:buNone/>
            </a:pPr>
            <a:endParaRPr lang="en-US" dirty="0"/>
          </a:p>
          <a:p>
            <a:pPr marL="112746" indent="-112746" algn="l" defTabSz="1020745">
              <a:lnSpc>
                <a:spcPct val="90000"/>
              </a:lnSpc>
              <a:buClr>
                <a:srgbClr val="000000"/>
              </a:buClr>
              <a:buSzPct val="100000"/>
              <a:buChar char="•"/>
            </a:pPr>
            <a:r>
              <a:rPr lang="zh-CN" sz="1200" b="0" i="0" dirty="0">
                <a:solidFill>
                  <a:srgbClr val="000000"/>
                </a:solidFill>
                <a:latin typeface="Arial"/>
                <a:ea typeface="+mn-ea"/>
                <a:cs typeface="+mn-cs"/>
              </a:rPr>
              <a:t>有许多不错的终端模拟程序可通过与控制台端口的串行连接或 SSH 连接进行网络设备连接</a:t>
            </a:r>
            <a:r>
              <a:rPr lang="zh-CN" altLang="en-US" sz="1200" b="0" i="0" dirty="0">
                <a:solidFill>
                  <a:srgbClr val="000000"/>
                </a:solidFill>
                <a:latin typeface="Arial"/>
                <a:ea typeface="+mn-ea"/>
                <a:cs typeface="+mn-cs"/>
              </a:rPr>
              <a:t>。</a:t>
            </a:r>
            <a:r>
              <a:rPr lang="zh-CN" sz="1200" b="0" i="0" dirty="0">
                <a:solidFill>
                  <a:srgbClr val="000000"/>
                </a:solidFill>
                <a:latin typeface="Arial"/>
                <a:ea typeface="+mn-ea"/>
                <a:cs typeface="+mn-cs"/>
              </a:rPr>
              <a:t>这些优势包括：</a:t>
            </a:r>
          </a:p>
          <a:p>
            <a:pPr marL="112746" indent="-112746" algn="l" defTabSz="1020745">
              <a:lnSpc>
                <a:spcPct val="90000"/>
              </a:lnSpc>
              <a:buClr>
                <a:srgbClr val="000000"/>
              </a:buClr>
              <a:buSzPct val="100000"/>
              <a:buChar char="•"/>
            </a:pPr>
            <a:r>
              <a:rPr lang="zh-CN" sz="1200" b="0" i="0" dirty="0">
                <a:solidFill>
                  <a:srgbClr val="000000"/>
                </a:solidFill>
                <a:latin typeface="Arial"/>
                <a:ea typeface="+mn-ea"/>
                <a:cs typeface="+mn-cs"/>
              </a:rPr>
              <a:t>PuTTY</a:t>
            </a:r>
          </a:p>
          <a:p>
            <a:pPr marL="112746" indent="-112746" algn="l" defTabSz="1020745">
              <a:lnSpc>
                <a:spcPct val="90000"/>
              </a:lnSpc>
              <a:buClr>
                <a:srgbClr val="000000"/>
              </a:buClr>
              <a:buSzPct val="100000"/>
              <a:buChar char="•"/>
            </a:pPr>
            <a:r>
              <a:rPr lang="zh-CN" sz="1200" b="0" i="0" dirty="0">
                <a:solidFill>
                  <a:srgbClr val="000000"/>
                </a:solidFill>
                <a:latin typeface="Arial"/>
                <a:ea typeface="+mn-ea"/>
                <a:cs typeface="+mn-cs"/>
              </a:rPr>
              <a:t>Tera Term</a:t>
            </a:r>
          </a:p>
          <a:p>
            <a:pPr marL="112746" indent="-112746" algn="l" defTabSz="1020745">
              <a:lnSpc>
                <a:spcPct val="90000"/>
              </a:lnSpc>
              <a:buClr>
                <a:srgbClr val="000000"/>
              </a:buClr>
              <a:buSzPct val="100000"/>
              <a:buChar char="•"/>
            </a:pPr>
            <a:r>
              <a:rPr lang="zh-CN" sz="1200" b="0" i="0" dirty="0">
                <a:solidFill>
                  <a:srgbClr val="000000"/>
                </a:solidFill>
                <a:latin typeface="Arial"/>
                <a:ea typeface="+mn-ea"/>
                <a:cs typeface="+mn-cs"/>
              </a:rPr>
              <a:t>SecureCRT</a:t>
            </a:r>
          </a:p>
          <a:p>
            <a:pPr marL="112746" indent="-112746" algn="l" defTabSz="1020745">
              <a:lnSpc>
                <a:spcPct val="90000"/>
              </a:lnSpc>
              <a:buClr>
                <a:srgbClr val="000000"/>
              </a:buClr>
              <a:buSzPct val="100000"/>
              <a:buChar char="•"/>
            </a:pPr>
            <a:r>
              <a:rPr lang="zh-CN" sz="1200" b="0" i="0" dirty="0">
                <a:solidFill>
                  <a:srgbClr val="000000"/>
                </a:solidFill>
                <a:latin typeface="Arial"/>
                <a:ea typeface="+mn-ea"/>
                <a:cs typeface="+mn-cs"/>
              </a:rPr>
              <a:t>超级终端</a:t>
            </a:r>
          </a:p>
          <a:p>
            <a:pPr marL="112746" indent="-112746" algn="l" defTabSz="1020745">
              <a:lnSpc>
                <a:spcPct val="90000"/>
              </a:lnSpc>
              <a:buClr>
                <a:srgbClr val="000000"/>
              </a:buClr>
              <a:buSzPct val="100000"/>
              <a:buChar char="•"/>
            </a:pPr>
            <a:r>
              <a:rPr lang="zh-CN" sz="1200" b="0" i="0" dirty="0">
                <a:solidFill>
                  <a:srgbClr val="000000"/>
                </a:solidFill>
                <a:latin typeface="Arial"/>
                <a:ea typeface="+mn-ea"/>
                <a:cs typeface="+mn-cs"/>
              </a:rPr>
              <a:t>OS X 终端</a:t>
            </a:r>
          </a:p>
          <a:p>
            <a:pPr marL="112746" indent="-112746" algn="l" defTabSz="1020745">
              <a:lnSpc>
                <a:spcPct val="90000"/>
              </a:lnSpc>
              <a:buClr>
                <a:srgbClr val="000000"/>
              </a:buClr>
              <a:buSzPct val="100000"/>
              <a:buChar char="•"/>
            </a:pPr>
            <a:r>
              <a:rPr lang="zh-CN" sz="1200" b="0" i="0" dirty="0">
                <a:solidFill>
                  <a:srgbClr val="000000"/>
                </a:solidFill>
                <a:latin typeface="Arial"/>
                <a:ea typeface="+mn-ea"/>
                <a:cs typeface="+mn-cs"/>
              </a:rPr>
              <a:t>有许多不错的终端模拟程序可通过与控制台端口的串行连接或 SSH 连接进行网络设备连接。</a:t>
            </a:r>
          </a:p>
          <a:p>
            <a:pPr marL="112746" indent="-112746" algn="l" defTabSz="1020745">
              <a:lnSpc>
                <a:spcPct val="90000"/>
              </a:lnSpc>
              <a:buClr>
                <a:srgbClr val="000000"/>
              </a:buClr>
              <a:buSzPct val="100000"/>
              <a:buChar char="•"/>
            </a:pPr>
            <a:r>
              <a:rPr lang="zh-CN" sz="1200" b="0" i="0" dirty="0">
                <a:solidFill>
                  <a:srgbClr val="000000"/>
                </a:solidFill>
                <a:latin typeface="Arial"/>
                <a:ea typeface="+mn-ea"/>
                <a:cs typeface="+mn-cs"/>
              </a:rPr>
              <a:t>每个网络技术人员都会有一种他们经常使用的最喜欢的终端仿真程序</a:t>
            </a:r>
            <a:r>
              <a:rPr lang="zh-CN" altLang="en-US" sz="1200" b="0" i="0" dirty="0">
                <a:solidFill>
                  <a:srgbClr val="000000"/>
                </a:solidFill>
                <a:latin typeface="Arial"/>
                <a:ea typeface="+mn-ea"/>
                <a:cs typeface="+mn-cs"/>
              </a:rPr>
              <a:t>。</a:t>
            </a:r>
            <a:r>
              <a:rPr lang="zh-CN" sz="1200" b="0" i="0" dirty="0">
                <a:solidFill>
                  <a:srgbClr val="000000"/>
                </a:solidFill>
                <a:latin typeface="Arial"/>
                <a:ea typeface="+mn-ea"/>
                <a:cs typeface="+mn-cs"/>
              </a:rPr>
              <a:t>这些程序允许您通过调整窗口大小、更改字体大小和更改配色方案来提高工作效率</a:t>
            </a:r>
          </a:p>
          <a:p>
            <a:pPr marL="112746" indent="-112746" algn="l" defTabSz="1020745">
              <a:lnSpc>
                <a:spcPct val="80000"/>
              </a:lnSpc>
              <a:buNone/>
            </a:pP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defRPr>
            </a:lvl1pPr>
            <a:lvl2pPr marL="742950" indent="-285750" defTabSz="903288">
              <a:defRPr sz="2400">
                <a:solidFill>
                  <a:schemeClr val="tx1"/>
                </a:solidFill>
                <a:latin typeface="Arial" charset="0"/>
              </a:defRPr>
            </a:lvl2pPr>
            <a:lvl3pPr marL="1143000" indent="-228600" defTabSz="903288">
              <a:defRPr sz="2400">
                <a:solidFill>
                  <a:schemeClr val="tx1"/>
                </a:solidFill>
                <a:latin typeface="Arial" charset="0"/>
              </a:defRPr>
            </a:lvl3pPr>
            <a:lvl4pPr marL="1600200" indent="-228600" defTabSz="903288">
              <a:defRPr sz="2400">
                <a:solidFill>
                  <a:schemeClr val="tx1"/>
                </a:solidFill>
                <a:latin typeface="Arial" charset="0"/>
              </a:defRPr>
            </a:lvl4pPr>
            <a:lvl5pPr marL="2057400" indent="-228600" defTabSz="903288">
              <a:defRPr sz="2400">
                <a:solidFill>
                  <a:schemeClr val="tx1"/>
                </a:solidFill>
                <a:latin typeface="Arial"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defRPr>
            </a:lvl9pPr>
          </a:lstStyle>
          <a:p>
            <a:pPr algn="r" defTabSz="903244">
              <a:lnSpc>
                <a:spcPct val="100000"/>
              </a:lnSpc>
              <a:buNone/>
            </a:pPr>
            <a:fld id="{57FD78B7-608F-4033-9E09-2FDA7DE3A258}" type="slidenum">
              <a:rPr lang="fr-FR" altLang="zh-CN" sz="800" b="0" i="0">
                <a:solidFill>
                  <a:schemeClr val="tx1"/>
                </a:solidFill>
                <a:latin typeface="Arial"/>
                <a:ea typeface="+mn-ea"/>
                <a:cs typeface="+mn-cs"/>
              </a:rPr>
              <a:pPr algn="r" defTabSz="903244">
                <a:lnSpc>
                  <a:spcPct val="100000"/>
                </a:lnSpc>
                <a:buNone/>
              </a:pPr>
              <a:t>20</a:t>
            </a:fld>
            <a:endParaRPr lang="en-US" sz="80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46" indent="-112746" algn="l" defTabSz="1020745">
              <a:lnSpc>
                <a:spcPct val="80000"/>
              </a:lnSpc>
              <a:buNone/>
            </a:pPr>
            <a:r>
              <a:rPr lang="zh-CN" sz="1200" b="0" i="0">
                <a:solidFill>
                  <a:srgbClr val="000000"/>
                </a:solidFill>
                <a:latin typeface="Arial"/>
                <a:ea typeface="+mn-ea"/>
                <a:cs typeface="+mn-cs"/>
              </a:rPr>
              <a:t>2.2.1.2  设备名称</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defRPr>
            </a:lvl1pPr>
            <a:lvl2pPr marL="742950" indent="-285750" defTabSz="903288">
              <a:defRPr sz="2400">
                <a:solidFill>
                  <a:schemeClr val="tx1"/>
                </a:solidFill>
                <a:latin typeface="Arial" charset="0"/>
              </a:defRPr>
            </a:lvl2pPr>
            <a:lvl3pPr marL="1143000" indent="-228600" defTabSz="903288">
              <a:defRPr sz="2400">
                <a:solidFill>
                  <a:schemeClr val="tx1"/>
                </a:solidFill>
                <a:latin typeface="Arial" charset="0"/>
              </a:defRPr>
            </a:lvl3pPr>
            <a:lvl4pPr marL="1600200" indent="-228600" defTabSz="903288">
              <a:defRPr sz="2400">
                <a:solidFill>
                  <a:schemeClr val="tx1"/>
                </a:solidFill>
                <a:latin typeface="Arial" charset="0"/>
              </a:defRPr>
            </a:lvl4pPr>
            <a:lvl5pPr marL="2057400" indent="-228600" defTabSz="903288">
              <a:defRPr sz="2400">
                <a:solidFill>
                  <a:schemeClr val="tx1"/>
                </a:solidFill>
                <a:latin typeface="Arial"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defRPr>
            </a:lvl9pPr>
          </a:lstStyle>
          <a:p>
            <a:pPr algn="r" defTabSz="903244">
              <a:lnSpc>
                <a:spcPct val="100000"/>
              </a:lnSpc>
              <a:buNone/>
            </a:pPr>
            <a:fld id="{AAB9396E-F30B-469C-8AA5-6C194EDEB72C}" type="slidenum">
              <a:rPr lang="fr-FR" altLang="zh-CN" sz="800" b="0" i="0">
                <a:solidFill>
                  <a:schemeClr val="tx1"/>
                </a:solidFill>
                <a:latin typeface="Arial"/>
                <a:ea typeface="+mn-ea"/>
                <a:cs typeface="+mn-cs"/>
              </a:rPr>
              <a:pPr algn="r" defTabSz="903244">
                <a:lnSpc>
                  <a:spcPct val="100000"/>
                </a:lnSpc>
                <a:buNone/>
              </a:pPr>
              <a:t>21</a:t>
            </a:fld>
            <a:endParaRPr lang="en-US" sz="80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46" indent="-112746" algn="l" defTabSz="1020745">
              <a:lnSpc>
                <a:spcPct val="80000"/>
              </a:lnSpc>
              <a:buNone/>
            </a:pPr>
            <a:r>
              <a:rPr lang="zh-CN" sz="1200" b="0" i="0">
                <a:solidFill>
                  <a:srgbClr val="000000"/>
                </a:solidFill>
                <a:latin typeface="Arial"/>
                <a:ea typeface="+mn-ea"/>
                <a:cs typeface="+mn-cs"/>
              </a:rPr>
              <a:t>2.2.1.3  主机名</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defRPr>
            </a:lvl1pPr>
            <a:lvl2pPr marL="742950" indent="-285750" defTabSz="903288">
              <a:defRPr sz="2400">
                <a:solidFill>
                  <a:schemeClr val="tx1"/>
                </a:solidFill>
                <a:latin typeface="Arial" charset="0"/>
              </a:defRPr>
            </a:lvl2pPr>
            <a:lvl3pPr marL="1143000" indent="-228600" defTabSz="903288">
              <a:defRPr sz="2400">
                <a:solidFill>
                  <a:schemeClr val="tx1"/>
                </a:solidFill>
                <a:latin typeface="Arial" charset="0"/>
              </a:defRPr>
            </a:lvl3pPr>
            <a:lvl4pPr marL="1600200" indent="-228600" defTabSz="903288">
              <a:defRPr sz="2400">
                <a:solidFill>
                  <a:schemeClr val="tx1"/>
                </a:solidFill>
                <a:latin typeface="Arial" charset="0"/>
              </a:defRPr>
            </a:lvl4pPr>
            <a:lvl5pPr marL="2057400" indent="-228600" defTabSz="903288">
              <a:defRPr sz="2400">
                <a:solidFill>
                  <a:schemeClr val="tx1"/>
                </a:solidFill>
                <a:latin typeface="Arial"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defRPr>
            </a:lvl9pPr>
          </a:lstStyle>
          <a:p>
            <a:pPr algn="r" defTabSz="903244">
              <a:lnSpc>
                <a:spcPct val="100000"/>
              </a:lnSpc>
              <a:buNone/>
            </a:pPr>
            <a:fld id="{8755E249-0643-4D1A-8AFF-DBF9A9521951}" type="slidenum">
              <a:rPr lang="fr-FR" altLang="zh-CN" sz="800" b="0" i="0">
                <a:solidFill>
                  <a:schemeClr val="tx1"/>
                </a:solidFill>
                <a:latin typeface="Arial"/>
                <a:ea typeface="+mn-ea"/>
                <a:cs typeface="+mn-cs"/>
              </a:rPr>
              <a:pPr algn="r" defTabSz="903244">
                <a:lnSpc>
                  <a:spcPct val="100000"/>
                </a:lnSpc>
                <a:buNone/>
              </a:pPr>
              <a:t>22</a:t>
            </a:fld>
            <a:endParaRPr lang="en-US" sz="80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46" indent="-112746" algn="l" defTabSz="1020745">
              <a:lnSpc>
                <a:spcPct val="80000"/>
              </a:lnSpc>
              <a:buNone/>
            </a:pPr>
            <a:r>
              <a:rPr lang="zh-CN" sz="1200" b="0" i="0">
                <a:solidFill>
                  <a:srgbClr val="000000"/>
                </a:solidFill>
                <a:latin typeface="Arial"/>
                <a:ea typeface="+mn-ea"/>
                <a:cs typeface="+mn-cs"/>
              </a:rPr>
              <a:t>2.2.1.4  配置主机名</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defRPr>
            </a:lvl1pPr>
            <a:lvl2pPr marL="742950" indent="-285750" defTabSz="903288">
              <a:defRPr sz="2400">
                <a:solidFill>
                  <a:schemeClr val="tx1"/>
                </a:solidFill>
                <a:latin typeface="Arial" charset="0"/>
              </a:defRPr>
            </a:lvl2pPr>
            <a:lvl3pPr marL="1143000" indent="-228600" defTabSz="903288">
              <a:defRPr sz="2400">
                <a:solidFill>
                  <a:schemeClr val="tx1"/>
                </a:solidFill>
                <a:latin typeface="Arial" charset="0"/>
              </a:defRPr>
            </a:lvl3pPr>
            <a:lvl4pPr marL="1600200" indent="-228600" defTabSz="903288">
              <a:defRPr sz="2400">
                <a:solidFill>
                  <a:schemeClr val="tx1"/>
                </a:solidFill>
                <a:latin typeface="Arial" charset="0"/>
              </a:defRPr>
            </a:lvl4pPr>
            <a:lvl5pPr marL="2057400" indent="-228600" defTabSz="903288">
              <a:defRPr sz="2400">
                <a:solidFill>
                  <a:schemeClr val="tx1"/>
                </a:solidFill>
                <a:latin typeface="Arial"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defRPr>
            </a:lvl9pPr>
          </a:lstStyle>
          <a:p>
            <a:pPr algn="r" defTabSz="903244">
              <a:lnSpc>
                <a:spcPct val="100000"/>
              </a:lnSpc>
              <a:buNone/>
            </a:pPr>
            <a:fld id="{00261872-2F09-4011-9159-28127C9E7A38}" type="slidenum">
              <a:rPr lang="fr-FR" altLang="zh-CN" sz="800" b="0" i="0">
                <a:solidFill>
                  <a:schemeClr val="tx1"/>
                </a:solidFill>
                <a:latin typeface="Arial"/>
                <a:ea typeface="+mn-ea"/>
                <a:cs typeface="+mn-cs"/>
              </a:rPr>
              <a:pPr algn="r" defTabSz="903244">
                <a:lnSpc>
                  <a:spcPct val="100000"/>
                </a:lnSpc>
                <a:buNone/>
              </a:pPr>
              <a:t>23</a:t>
            </a:fld>
            <a:endParaRPr lang="en-US" sz="80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46" indent="-112746" algn="l" defTabSz="1020745">
              <a:lnSpc>
                <a:spcPct val="80000"/>
              </a:lnSpc>
              <a:buNone/>
            </a:pPr>
            <a:r>
              <a:rPr lang="zh-CN" sz="1200" b="0" i="0">
                <a:solidFill>
                  <a:srgbClr val="000000"/>
                </a:solidFill>
                <a:latin typeface="Arial"/>
                <a:ea typeface="+mn-ea"/>
                <a:cs typeface="+mn-cs"/>
              </a:rPr>
              <a:t>2.2.2.1 保护设备访问</a:t>
            </a:r>
          </a:p>
          <a:p>
            <a:pPr marL="112746" indent="-112746" algn="l" defTabSz="1020745">
              <a:lnSpc>
                <a:spcPct val="80000"/>
              </a:lnSpc>
              <a:buNone/>
            </a:pPr>
            <a:endParaRPr lang="en-US"/>
          </a:p>
          <a:p>
            <a:pPr marL="112746" indent="-112746" algn="l" defTabSz="1020745">
              <a:lnSpc>
                <a:spcPct val="90000"/>
              </a:lnSpc>
              <a:buClr>
                <a:srgbClr val="000000"/>
              </a:buClr>
              <a:buSzPct val="100000"/>
              <a:buChar char="•"/>
            </a:pPr>
            <a:r>
              <a:rPr lang="zh-CN" sz="1200" b="0" i="0">
                <a:solidFill>
                  <a:srgbClr val="000000"/>
                </a:solidFill>
                <a:latin typeface="Arial"/>
                <a:ea typeface="+mn-ea"/>
                <a:cs typeface="+mn-cs"/>
              </a:rPr>
              <a:t>选择口令时请考虑下列关键因素：</a:t>
            </a:r>
          </a:p>
          <a:p>
            <a:pPr marL="112746" indent="-112746" algn="l" defTabSz="1020745">
              <a:lnSpc>
                <a:spcPct val="90000"/>
              </a:lnSpc>
              <a:buClr>
                <a:srgbClr val="000000"/>
              </a:buClr>
              <a:buSzPct val="100000"/>
              <a:buChar char="•"/>
            </a:pPr>
            <a:r>
              <a:rPr lang="zh-CN" sz="1200" b="0" i="0">
                <a:solidFill>
                  <a:srgbClr val="000000"/>
                </a:solidFill>
                <a:latin typeface="Arial"/>
                <a:ea typeface="+mn-ea"/>
                <a:cs typeface="+mn-cs"/>
              </a:rPr>
              <a:t>口令长度应大于 8 个字符。</a:t>
            </a:r>
          </a:p>
          <a:p>
            <a:pPr marL="112746" indent="-112746" algn="l" defTabSz="1020745">
              <a:lnSpc>
                <a:spcPct val="90000"/>
              </a:lnSpc>
              <a:buClr>
                <a:srgbClr val="000000"/>
              </a:buClr>
              <a:buSzPct val="100000"/>
              <a:buChar char="•"/>
            </a:pPr>
            <a:r>
              <a:rPr lang="zh-CN" sz="1200" b="0" i="0">
                <a:solidFill>
                  <a:srgbClr val="000000"/>
                </a:solidFill>
                <a:latin typeface="Arial"/>
                <a:ea typeface="+mn-ea"/>
                <a:cs typeface="+mn-cs"/>
              </a:rPr>
              <a:t>密码使用大写字母、小写字母、数字、特殊字符和/或数字序列组合。</a:t>
            </a:r>
          </a:p>
          <a:p>
            <a:pPr marL="112746" indent="-112746" algn="l" defTabSz="1020745">
              <a:lnSpc>
                <a:spcPct val="90000"/>
              </a:lnSpc>
              <a:buClr>
                <a:srgbClr val="000000"/>
              </a:buClr>
              <a:buSzPct val="100000"/>
              <a:buChar char="•"/>
            </a:pPr>
            <a:r>
              <a:rPr lang="zh-CN" sz="1200" b="0" i="0">
                <a:solidFill>
                  <a:srgbClr val="000000"/>
                </a:solidFill>
                <a:latin typeface="Arial"/>
                <a:ea typeface="+mn-ea"/>
                <a:cs typeface="+mn-cs"/>
              </a:rPr>
              <a:t>避免为所有设备使用同一个口令。</a:t>
            </a:r>
          </a:p>
          <a:p>
            <a:pPr marL="112746" indent="-112746" algn="l" defTabSz="1020745">
              <a:lnSpc>
                <a:spcPct val="90000"/>
              </a:lnSpc>
              <a:buClr>
                <a:srgbClr val="000000"/>
              </a:buClr>
              <a:buSzPct val="100000"/>
              <a:buChar char="•"/>
            </a:pPr>
            <a:r>
              <a:rPr lang="zh-CN" sz="1200" b="0" i="0">
                <a:solidFill>
                  <a:srgbClr val="000000"/>
                </a:solidFill>
                <a:latin typeface="Arial"/>
                <a:ea typeface="+mn-ea"/>
                <a:cs typeface="+mn-cs"/>
              </a:rPr>
              <a:t>避免使用常用词语，例如</a:t>
            </a:r>
            <a:r>
              <a:rPr lang="zh-CN" sz="1200" b="1" i="0">
                <a:solidFill>
                  <a:srgbClr val="000000"/>
                </a:solidFill>
                <a:latin typeface="Arial"/>
                <a:ea typeface="+mn-ea"/>
                <a:cs typeface="+mn-cs"/>
              </a:rPr>
              <a:t> password</a:t>
            </a:r>
            <a:r>
              <a:rPr lang="zh-CN" sz="1200" b="0" i="0">
                <a:solidFill>
                  <a:srgbClr val="000000"/>
                </a:solidFill>
                <a:latin typeface="Arial"/>
                <a:ea typeface="+mn-ea"/>
                <a:cs typeface="+mn-cs"/>
              </a:rPr>
              <a:t> 或 </a:t>
            </a:r>
            <a:r>
              <a:rPr lang="zh-CN" sz="1200" b="1" i="0">
                <a:solidFill>
                  <a:srgbClr val="000000"/>
                </a:solidFill>
                <a:latin typeface="Arial"/>
                <a:ea typeface="+mn-ea"/>
                <a:cs typeface="+mn-cs"/>
              </a:rPr>
              <a:t>administrator</a:t>
            </a:r>
            <a:r>
              <a:rPr lang="zh-CN" sz="1200" b="0" i="0">
                <a:solidFill>
                  <a:srgbClr val="000000"/>
                </a:solidFill>
                <a:latin typeface="Arial"/>
                <a:ea typeface="+mn-ea"/>
                <a:cs typeface="+mn-cs"/>
              </a:rPr>
              <a:t>，因为这些词语容易被猜到</a:t>
            </a:r>
          </a:p>
          <a:p>
            <a:pPr marL="112746" indent="-112746" algn="l" defTabSz="1020745">
              <a:lnSpc>
                <a:spcPct val="80000"/>
              </a:lnSpc>
              <a:buNone/>
            </a:pP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defRPr>
            </a:lvl1pPr>
            <a:lvl2pPr marL="742950" indent="-285750" defTabSz="903288">
              <a:defRPr sz="2400">
                <a:solidFill>
                  <a:schemeClr val="tx1"/>
                </a:solidFill>
                <a:latin typeface="Arial" charset="0"/>
              </a:defRPr>
            </a:lvl2pPr>
            <a:lvl3pPr marL="1143000" indent="-228600" defTabSz="903288">
              <a:defRPr sz="2400">
                <a:solidFill>
                  <a:schemeClr val="tx1"/>
                </a:solidFill>
                <a:latin typeface="Arial" charset="0"/>
              </a:defRPr>
            </a:lvl3pPr>
            <a:lvl4pPr marL="1600200" indent="-228600" defTabSz="903288">
              <a:defRPr sz="2400">
                <a:solidFill>
                  <a:schemeClr val="tx1"/>
                </a:solidFill>
                <a:latin typeface="Arial" charset="0"/>
              </a:defRPr>
            </a:lvl4pPr>
            <a:lvl5pPr marL="2057400" indent="-228600" defTabSz="903288">
              <a:defRPr sz="2400">
                <a:solidFill>
                  <a:schemeClr val="tx1"/>
                </a:solidFill>
                <a:latin typeface="Arial"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defRPr>
            </a:lvl9pPr>
          </a:lstStyle>
          <a:p>
            <a:pPr algn="r" defTabSz="903244">
              <a:lnSpc>
                <a:spcPct val="100000"/>
              </a:lnSpc>
              <a:buNone/>
            </a:pPr>
            <a:fld id="{C712D771-9FE0-468A-819D-6D00FA2FFEA7}" type="slidenum">
              <a:rPr lang="fr-FR" altLang="zh-CN" sz="800" b="0" i="0">
                <a:solidFill>
                  <a:schemeClr val="tx1"/>
                </a:solidFill>
                <a:latin typeface="Arial"/>
                <a:ea typeface="+mn-ea"/>
                <a:cs typeface="+mn-cs"/>
              </a:rPr>
              <a:pPr algn="r" defTabSz="903244">
                <a:lnSpc>
                  <a:spcPct val="100000"/>
                </a:lnSpc>
                <a:buNone/>
              </a:pPr>
              <a:t>24</a:t>
            </a:fld>
            <a:endParaRPr lang="en-US" sz="80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46" indent="-112746" algn="l" defTabSz="1020745">
              <a:lnSpc>
                <a:spcPct val="80000"/>
              </a:lnSpc>
              <a:buNone/>
            </a:pPr>
            <a:r>
              <a:rPr lang="zh-CN" sz="1200" b="0" i="0">
                <a:solidFill>
                  <a:srgbClr val="000000"/>
                </a:solidFill>
                <a:latin typeface="Arial"/>
                <a:ea typeface="+mn-ea"/>
                <a:cs typeface="+mn-cs"/>
              </a:rPr>
              <a:t>2.2.2.2  保护特权 EXEC 访问</a:t>
            </a:r>
          </a:p>
          <a:p>
            <a:pPr marL="112746" indent="-112746" algn="l" defTabSz="1020745">
              <a:lnSpc>
                <a:spcPct val="80000"/>
              </a:lnSpc>
              <a:buNone/>
            </a:pPr>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defRPr>
            </a:lvl1pPr>
            <a:lvl2pPr marL="742950" indent="-285750" defTabSz="903288">
              <a:defRPr sz="2400">
                <a:solidFill>
                  <a:schemeClr val="tx1"/>
                </a:solidFill>
                <a:latin typeface="Arial" charset="0"/>
              </a:defRPr>
            </a:lvl2pPr>
            <a:lvl3pPr marL="1143000" indent="-228600" defTabSz="903288">
              <a:defRPr sz="2400">
                <a:solidFill>
                  <a:schemeClr val="tx1"/>
                </a:solidFill>
                <a:latin typeface="Arial" charset="0"/>
              </a:defRPr>
            </a:lvl3pPr>
            <a:lvl4pPr marL="1600200" indent="-228600" defTabSz="903288">
              <a:defRPr sz="2400">
                <a:solidFill>
                  <a:schemeClr val="tx1"/>
                </a:solidFill>
                <a:latin typeface="Arial" charset="0"/>
              </a:defRPr>
            </a:lvl4pPr>
            <a:lvl5pPr marL="2057400" indent="-228600" defTabSz="903288">
              <a:defRPr sz="2400">
                <a:solidFill>
                  <a:schemeClr val="tx1"/>
                </a:solidFill>
                <a:latin typeface="Arial"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defRPr>
            </a:lvl9pPr>
          </a:lstStyle>
          <a:p>
            <a:pPr algn="r" defTabSz="903244">
              <a:lnSpc>
                <a:spcPct val="100000"/>
              </a:lnSpc>
              <a:buNone/>
            </a:pPr>
            <a:fld id="{F14D974D-E990-4EAE-8268-5B881A7998DD}" type="slidenum">
              <a:rPr lang="fr-FR" altLang="zh-CN" sz="800" b="0" i="0">
                <a:solidFill>
                  <a:schemeClr val="tx1"/>
                </a:solidFill>
                <a:latin typeface="Arial"/>
                <a:ea typeface="+mn-ea"/>
                <a:cs typeface="+mn-cs"/>
              </a:rPr>
              <a:pPr algn="r" defTabSz="903244">
                <a:lnSpc>
                  <a:spcPct val="100000"/>
                </a:lnSpc>
                <a:buNone/>
              </a:pPr>
              <a:t>25</a:t>
            </a:fld>
            <a:endParaRPr lang="en-US" sz="80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46" indent="-112746" algn="l" defTabSz="1020745">
              <a:lnSpc>
                <a:spcPct val="80000"/>
              </a:lnSpc>
              <a:buNone/>
            </a:pPr>
            <a:r>
              <a:rPr lang="zh-CN" sz="1200" b="0" i="0">
                <a:solidFill>
                  <a:srgbClr val="000000"/>
                </a:solidFill>
                <a:latin typeface="Arial"/>
                <a:ea typeface="+mn-ea"/>
                <a:cs typeface="+mn-cs"/>
              </a:rPr>
              <a:t>2.2.2.3  保护用户 EXEC 访问</a:t>
            </a:r>
          </a:p>
          <a:p>
            <a:pPr marL="112746" indent="-112746" algn="l" defTabSz="1020745">
              <a:lnSpc>
                <a:spcPct val="80000"/>
              </a:lnSpc>
              <a:buNone/>
            </a:pPr>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14620BA6-0B5E-4FE3-B287-47EA95511665}"/>
              </a:ext>
            </a:extLst>
          </p:cNvPr>
          <p:cNvSpPr>
            <a:spLocks noGrp="1" noRot="1" noChangeAspect="1" noChangeArrowheads="1" noTextEdit="1"/>
          </p:cNvSpPr>
          <p:nvPr>
            <p:ph type="sldImg"/>
          </p:nvPr>
        </p:nvSpPr>
        <p:spPr>
          <a:ln/>
        </p:spPr>
      </p:sp>
      <p:sp>
        <p:nvSpPr>
          <p:cNvPr id="173059" name="Rectangle 3">
            <a:extLst>
              <a:ext uri="{FF2B5EF4-FFF2-40B4-BE49-F238E27FC236}">
                <a16:creationId xmlns:a16="http://schemas.microsoft.com/office/drawing/2014/main" id="{259EB0E3-044A-4FCD-BAF8-E6877EE1C9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远程登陆限制</a:t>
            </a:r>
            <a:r>
              <a:rPr lang="en-US" altLang="zh-CN"/>
              <a:t>,</a:t>
            </a:r>
            <a:r>
              <a:rPr lang="zh-CN" altLang="en-US"/>
              <a:t>只能从</a:t>
            </a:r>
            <a:r>
              <a:rPr lang="en-US" altLang="zh-CN"/>
              <a:t>192.168.1.10</a:t>
            </a:r>
            <a:r>
              <a:rPr lang="zh-CN" altLang="en-US"/>
              <a:t>登陆</a:t>
            </a:r>
            <a:r>
              <a:rPr lang="en-US" altLang="zh-CN"/>
              <a:t>,</a:t>
            </a:r>
            <a:r>
              <a:rPr lang="zh-CN" altLang="en-US"/>
              <a:t>其他</a:t>
            </a:r>
            <a:r>
              <a:rPr lang="en-US" altLang="zh-CN"/>
              <a:t>Deny</a:t>
            </a:r>
          </a:p>
          <a:p>
            <a:r>
              <a:rPr lang="zh-CN" altLang="en-US"/>
              <a:t>网络大赛经常要求</a:t>
            </a:r>
          </a:p>
        </p:txBody>
      </p:sp>
    </p:spTree>
    <p:extLst>
      <p:ext uri="{BB962C8B-B14F-4D97-AF65-F5344CB8AC3E}">
        <p14:creationId xmlns:p14="http://schemas.microsoft.com/office/powerpoint/2010/main" val="35125113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defRPr>
            </a:lvl1pPr>
            <a:lvl2pPr marL="742950" indent="-285750" defTabSz="903288">
              <a:defRPr sz="2400">
                <a:solidFill>
                  <a:schemeClr val="tx1"/>
                </a:solidFill>
                <a:latin typeface="Arial" charset="0"/>
              </a:defRPr>
            </a:lvl2pPr>
            <a:lvl3pPr marL="1143000" indent="-228600" defTabSz="903288">
              <a:defRPr sz="2400">
                <a:solidFill>
                  <a:schemeClr val="tx1"/>
                </a:solidFill>
                <a:latin typeface="Arial" charset="0"/>
              </a:defRPr>
            </a:lvl3pPr>
            <a:lvl4pPr marL="1600200" indent="-228600" defTabSz="903288">
              <a:defRPr sz="2400">
                <a:solidFill>
                  <a:schemeClr val="tx1"/>
                </a:solidFill>
                <a:latin typeface="Arial" charset="0"/>
              </a:defRPr>
            </a:lvl4pPr>
            <a:lvl5pPr marL="2057400" indent="-228600" defTabSz="903288">
              <a:defRPr sz="2400">
                <a:solidFill>
                  <a:schemeClr val="tx1"/>
                </a:solidFill>
                <a:latin typeface="Arial"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defRPr>
            </a:lvl9pPr>
          </a:lstStyle>
          <a:p>
            <a:pPr algn="r" defTabSz="903244">
              <a:lnSpc>
                <a:spcPct val="100000"/>
              </a:lnSpc>
              <a:buNone/>
            </a:pPr>
            <a:fld id="{27458188-37E0-4DB4-8346-B6D0EF06E9F8}" type="slidenum">
              <a:rPr lang="fr-FR" altLang="zh-CN" sz="800" b="0" i="0">
                <a:solidFill>
                  <a:schemeClr val="tx1"/>
                </a:solidFill>
                <a:latin typeface="Arial"/>
                <a:ea typeface="+mn-ea"/>
                <a:cs typeface="+mn-cs"/>
              </a:rPr>
              <a:pPr algn="r" defTabSz="903244">
                <a:lnSpc>
                  <a:spcPct val="100000"/>
                </a:lnSpc>
                <a:buNone/>
              </a:pPr>
              <a:t>28</a:t>
            </a:fld>
            <a:endParaRPr lang="en-US" sz="80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46" indent="-112746" algn="l" defTabSz="1020745">
              <a:lnSpc>
                <a:spcPct val="80000"/>
              </a:lnSpc>
              <a:buNone/>
            </a:pPr>
            <a:r>
              <a:rPr lang="zh-CN" sz="1200" b="0" i="0">
                <a:solidFill>
                  <a:srgbClr val="000000"/>
                </a:solidFill>
                <a:latin typeface="Arial"/>
                <a:ea typeface="+mn-ea"/>
                <a:cs typeface="+mn-cs"/>
              </a:rPr>
              <a:t>2.2.2.4  加密密码显示</a:t>
            </a:r>
          </a:p>
          <a:p>
            <a:pPr marL="112746" indent="-112746" algn="l" defTabSz="1020745">
              <a:lnSpc>
                <a:spcPct val="80000"/>
              </a:lnSpc>
              <a:buNone/>
            </a:pPr>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defRPr>
            </a:lvl1pPr>
            <a:lvl2pPr marL="742950" indent="-285750" defTabSz="903288">
              <a:defRPr sz="2400">
                <a:solidFill>
                  <a:schemeClr val="tx1"/>
                </a:solidFill>
                <a:latin typeface="Arial" charset="0"/>
              </a:defRPr>
            </a:lvl2pPr>
            <a:lvl3pPr marL="1143000" indent="-228600" defTabSz="903288">
              <a:defRPr sz="2400">
                <a:solidFill>
                  <a:schemeClr val="tx1"/>
                </a:solidFill>
                <a:latin typeface="Arial" charset="0"/>
              </a:defRPr>
            </a:lvl3pPr>
            <a:lvl4pPr marL="1600200" indent="-228600" defTabSz="903288">
              <a:defRPr sz="2400">
                <a:solidFill>
                  <a:schemeClr val="tx1"/>
                </a:solidFill>
                <a:latin typeface="Arial" charset="0"/>
              </a:defRPr>
            </a:lvl4pPr>
            <a:lvl5pPr marL="2057400" indent="-228600" defTabSz="903288">
              <a:defRPr sz="2400">
                <a:solidFill>
                  <a:schemeClr val="tx1"/>
                </a:solidFill>
                <a:latin typeface="Arial"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defRPr>
            </a:lvl9pPr>
          </a:lstStyle>
          <a:p>
            <a:pPr algn="r" defTabSz="903244">
              <a:lnSpc>
                <a:spcPct val="100000"/>
              </a:lnSpc>
              <a:buNone/>
            </a:pPr>
            <a:fld id="{F7FAC308-A5C7-4F13-8D4E-DC200A3C90B3}" type="slidenum">
              <a:rPr lang="fr-FR" altLang="zh-CN" sz="800" b="0" i="0">
                <a:solidFill>
                  <a:schemeClr val="tx1"/>
                </a:solidFill>
                <a:latin typeface="Arial"/>
                <a:ea typeface="+mn-ea"/>
                <a:cs typeface="+mn-cs"/>
              </a:rPr>
              <a:pPr algn="r" defTabSz="903244">
                <a:lnSpc>
                  <a:spcPct val="100000"/>
                </a:lnSpc>
                <a:buNone/>
              </a:pPr>
              <a:t>29</a:t>
            </a:fld>
            <a:endParaRPr lang="en-US" sz="80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46" indent="-112746" algn="l" defTabSz="1020745">
              <a:lnSpc>
                <a:spcPct val="80000"/>
              </a:lnSpc>
              <a:buNone/>
            </a:pPr>
            <a:r>
              <a:rPr lang="zh-CN" sz="1200" b="0" i="0">
                <a:solidFill>
                  <a:srgbClr val="000000"/>
                </a:solidFill>
                <a:latin typeface="Arial"/>
                <a:ea typeface="+mn-ea"/>
                <a:cs typeface="+mn-cs"/>
              </a:rPr>
              <a:t>2.2.2.5  标语消息</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defRPr>
            </a:lvl1pPr>
            <a:lvl2pPr marL="742950" indent="-285750" defTabSz="903288">
              <a:defRPr sz="2400">
                <a:solidFill>
                  <a:schemeClr val="tx1"/>
                </a:solidFill>
                <a:latin typeface="Arial" charset="0"/>
              </a:defRPr>
            </a:lvl2pPr>
            <a:lvl3pPr marL="1143000" indent="-228600" defTabSz="903288">
              <a:defRPr sz="2400">
                <a:solidFill>
                  <a:schemeClr val="tx1"/>
                </a:solidFill>
                <a:latin typeface="Arial" charset="0"/>
              </a:defRPr>
            </a:lvl3pPr>
            <a:lvl4pPr marL="1600200" indent="-228600" defTabSz="903288">
              <a:defRPr sz="2400">
                <a:solidFill>
                  <a:schemeClr val="tx1"/>
                </a:solidFill>
                <a:latin typeface="Arial" charset="0"/>
              </a:defRPr>
            </a:lvl4pPr>
            <a:lvl5pPr marL="2057400" indent="-228600" defTabSz="903288">
              <a:defRPr sz="2400">
                <a:solidFill>
                  <a:schemeClr val="tx1"/>
                </a:solidFill>
                <a:latin typeface="Arial"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defRPr>
            </a:lvl9pPr>
          </a:lstStyle>
          <a:p>
            <a:pPr algn="r" defTabSz="903244">
              <a:lnSpc>
                <a:spcPct val="100000"/>
              </a:lnSpc>
              <a:buNone/>
            </a:pPr>
            <a:fld id="{E58E038E-502A-4475-8F11-6ED9853B189E}" type="slidenum">
              <a:rPr lang="fr-FR" altLang="zh-CN" sz="800" b="0" i="0">
                <a:solidFill>
                  <a:schemeClr val="tx1"/>
                </a:solidFill>
                <a:latin typeface="Arial"/>
                <a:ea typeface="+mn-ea"/>
                <a:cs typeface="+mn-cs"/>
              </a:rPr>
              <a:pPr algn="r" defTabSz="903244">
                <a:lnSpc>
                  <a:spcPct val="100000"/>
                </a:lnSpc>
                <a:buNone/>
              </a:pPr>
              <a:t>30</a:t>
            </a:fld>
            <a:endParaRPr lang="en-US" sz="800"/>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2746" indent="-112746" algn="l" defTabSz="1020745">
              <a:lnSpc>
                <a:spcPct val="80000"/>
              </a:lnSpc>
              <a:buNone/>
            </a:pPr>
            <a:r>
              <a:rPr lang="zh-CN" sz="1200" b="0" i="0" dirty="0">
                <a:solidFill>
                  <a:srgbClr val="000000"/>
                </a:solidFill>
                <a:latin typeface="Arial"/>
                <a:ea typeface="+mn-ea"/>
                <a:cs typeface="+mn-cs"/>
              </a:rPr>
              <a:t>2.2.3.1  配置文件</a:t>
            </a:r>
          </a:p>
          <a:p>
            <a:pPr marL="112746" indent="-112746" algn="l" defTabSz="1020745">
              <a:lnSpc>
                <a:spcPct val="80000"/>
              </a:lnSpc>
              <a:buNone/>
            </a:pPr>
            <a:endParaRPr lang="en-US" dirty="0"/>
          </a:p>
          <a:p>
            <a:pPr marL="112746" indent="-112746" algn="l" defTabSz="1020745">
              <a:lnSpc>
                <a:spcPct val="90000"/>
              </a:lnSpc>
              <a:buClr>
                <a:srgbClr val="000000"/>
              </a:buClr>
              <a:buSzPct val="100000"/>
              <a:buChar char="•"/>
            </a:pPr>
            <a:r>
              <a:rPr lang="zh-CN" sz="1200" b="0" i="0" dirty="0">
                <a:solidFill>
                  <a:srgbClr val="000000"/>
                </a:solidFill>
                <a:latin typeface="Arial"/>
                <a:ea typeface="+mn-ea"/>
                <a:cs typeface="+mn-cs"/>
              </a:rPr>
              <a:t>Switch# </a:t>
            </a:r>
            <a:r>
              <a:rPr lang="zh-CN" sz="1200" b="1" i="0" dirty="0">
                <a:solidFill>
                  <a:srgbClr val="000000"/>
                </a:solidFill>
                <a:latin typeface="Arial"/>
                <a:ea typeface="+mn-ea"/>
                <a:cs typeface="+mn-cs"/>
              </a:rPr>
              <a:t>erase startup-config</a:t>
            </a:r>
            <a:endParaRPr lang="en-US" dirty="0"/>
          </a:p>
          <a:p>
            <a:pPr marL="112746" indent="-112746" algn="l" defTabSz="1020745">
              <a:lnSpc>
                <a:spcPct val="90000"/>
              </a:lnSpc>
              <a:buClr>
                <a:srgbClr val="000000"/>
              </a:buClr>
              <a:buSzPct val="100000"/>
              <a:buChar char="•"/>
            </a:pPr>
            <a:r>
              <a:rPr lang="zh-CN" sz="1200" b="0" i="0" dirty="0">
                <a:solidFill>
                  <a:srgbClr val="000000"/>
                </a:solidFill>
                <a:latin typeface="Arial"/>
                <a:ea typeface="+mn-ea"/>
                <a:cs typeface="+mn-cs"/>
              </a:rPr>
              <a:t>发出命令后，交换机将提示您确认：</a:t>
            </a:r>
          </a:p>
          <a:p>
            <a:pPr marL="112746" indent="-112746" algn="l" defTabSz="1020745">
              <a:lnSpc>
                <a:spcPct val="90000"/>
              </a:lnSpc>
              <a:buClr>
                <a:srgbClr val="000000"/>
              </a:buClr>
              <a:buSzPct val="100000"/>
              <a:buChar char="•"/>
            </a:pPr>
            <a:r>
              <a:rPr lang="zh-CN" sz="1200" b="0" i="0" dirty="0">
                <a:solidFill>
                  <a:srgbClr val="000000"/>
                </a:solidFill>
                <a:latin typeface="Arial"/>
                <a:ea typeface="+mn-ea"/>
                <a:cs typeface="+mn-cs"/>
              </a:rPr>
              <a:t>Erasing the nvram filesystem will remove all configuration files! Continue? [confirm]</a:t>
            </a:r>
          </a:p>
          <a:p>
            <a:pPr marL="112746" indent="-112746" algn="l" defTabSz="1020745">
              <a:lnSpc>
                <a:spcPct val="90000"/>
              </a:lnSpc>
              <a:buClr>
                <a:srgbClr val="000000"/>
              </a:buClr>
              <a:buSzPct val="100000"/>
              <a:buChar char="•"/>
            </a:pPr>
            <a:r>
              <a:rPr lang="zh-CN" sz="1200" b="0" i="0" dirty="0">
                <a:solidFill>
                  <a:srgbClr val="000000"/>
                </a:solidFill>
                <a:latin typeface="Arial"/>
                <a:ea typeface="+mn-ea"/>
                <a:cs typeface="+mn-cs"/>
              </a:rPr>
              <a:t>Confirm 是默认回答</a:t>
            </a:r>
            <a:r>
              <a:rPr lang="zh-CN" altLang="en-US" sz="1200" b="0" i="0" dirty="0">
                <a:solidFill>
                  <a:srgbClr val="000000"/>
                </a:solidFill>
                <a:latin typeface="Arial"/>
                <a:ea typeface="+mn-ea"/>
                <a:cs typeface="+mn-cs"/>
              </a:rPr>
              <a:t>。</a:t>
            </a:r>
            <a:r>
              <a:rPr lang="zh-CN" sz="1200" b="0" i="0" dirty="0">
                <a:solidFill>
                  <a:srgbClr val="000000"/>
                </a:solidFill>
                <a:latin typeface="Arial"/>
                <a:ea typeface="+mn-ea"/>
                <a:cs typeface="+mn-cs"/>
              </a:rPr>
              <a:t>要确认并删除启动配置文件，请按 </a:t>
            </a:r>
            <a:r>
              <a:rPr lang="zh-CN" altLang="en-US" sz="1200" b="0" i="0" dirty="0">
                <a:solidFill>
                  <a:srgbClr val="000000"/>
                </a:solidFill>
                <a:latin typeface="Arial"/>
                <a:ea typeface="+mn-ea"/>
                <a:cs typeface="+mn-cs"/>
              </a:rPr>
              <a:t>。</a:t>
            </a:r>
            <a:r>
              <a:rPr lang="zh-CN" sz="1200" b="0" i="0" dirty="0">
                <a:solidFill>
                  <a:srgbClr val="000000"/>
                </a:solidFill>
                <a:latin typeface="Arial"/>
                <a:ea typeface="+mn-ea"/>
                <a:cs typeface="+mn-cs"/>
              </a:rPr>
              <a:t>按其他任何键将中止该过程。</a:t>
            </a:r>
          </a:p>
          <a:p>
            <a:pPr marL="112746" indent="-112746" algn="l" defTabSz="1020745">
              <a:lnSpc>
                <a:spcPct val="80000"/>
              </a:lnSpc>
              <a:buNone/>
            </a:pPr>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11"/>
          <p:cNvSpPr>
            <a:spLocks noGrp="1" noChangeArrowheads="1"/>
          </p:cNvSpPr>
          <p:nvPr>
            <p:ph type="sldNum" sz="quarter" idx="5"/>
          </p:nvPr>
        </p:nvSpPr>
        <p:spPr>
          <a:noFill/>
        </p:spPr>
        <p:txBody>
          <a:bodyPr/>
          <a:lstStyle/>
          <a:p>
            <a:pPr defTabSz="901700"/>
            <a:fld id="{184816B9-BB15-4725-A670-79EF7687E0F3}" type="slidenum">
              <a:rPr lang="fr-BE" altLang="zh-CN" smtClean="0"/>
              <a:pPr defTabSz="901700"/>
              <a:t>31</a:t>
            </a:fld>
            <a:endParaRPr lang="en-US" altLang="zh-CN"/>
          </a:p>
        </p:txBody>
      </p:sp>
      <p:sp>
        <p:nvSpPr>
          <p:cNvPr id="46082"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ln/>
        </p:spPr>
        <p:txBody>
          <a:bodyPr/>
          <a:lstStyle/>
          <a:p>
            <a:pPr marL="112746" indent="-112746" defTabSz="1020745">
              <a:buFontTx/>
              <a:buNone/>
              <a:defRPr/>
            </a:pPr>
            <a:r>
              <a:rPr lang="en-US" altLang="zh-CN" b="1" dirty="0">
                <a:solidFill>
                  <a:srgbClr val="000000"/>
                </a:solidFill>
                <a:latin typeface="Arial"/>
                <a:ea typeface="黑体" pitchFamily="49" charset="-122"/>
              </a:rPr>
              <a:t>2.1 </a:t>
            </a:r>
            <a:r>
              <a:rPr lang="zh-CN" altLang="en-US" b="1" dirty="0">
                <a:solidFill>
                  <a:srgbClr val="000000"/>
                </a:solidFill>
                <a:latin typeface="Arial"/>
                <a:ea typeface="黑体" pitchFamily="49" charset="-122"/>
              </a:rPr>
              <a:t>基本交换机配置</a:t>
            </a:r>
            <a:endParaRPr lang="zh-CN" altLang="en-US" b="1" dirty="0">
              <a:ea typeface="黑体" pitchFamily="49" charset="-122"/>
            </a:endParaRPr>
          </a:p>
          <a:p>
            <a:pPr marL="112746" indent="-112746" defTabSz="1020745">
              <a:buFontTx/>
              <a:buNone/>
              <a:defRPr/>
            </a:pPr>
            <a:r>
              <a:rPr lang="en-US" altLang="zh-CN" b="1" dirty="0">
                <a:solidFill>
                  <a:srgbClr val="000000"/>
                </a:solidFill>
                <a:latin typeface="Arial"/>
                <a:ea typeface="黑体" pitchFamily="49" charset="-122"/>
              </a:rPr>
              <a:t>2.1.1 </a:t>
            </a:r>
            <a:r>
              <a:rPr lang="zh-CN" altLang="en-US" b="1" dirty="0">
                <a:solidFill>
                  <a:srgbClr val="000000"/>
                </a:solidFill>
                <a:latin typeface="Arial"/>
                <a:ea typeface="黑体" pitchFamily="49" charset="-122"/>
              </a:rPr>
              <a:t>配置交换机的初始设置</a:t>
            </a:r>
            <a:endParaRPr lang="zh-CN" altLang="en-US" b="1" dirty="0">
              <a:ea typeface="黑体" pitchFamily="49" charset="-122"/>
            </a:endParaRPr>
          </a:p>
          <a:p>
            <a:pPr marL="0" indent="0" defTabSz="1020745">
              <a:buFontTx/>
              <a:buNone/>
              <a:defRPr/>
            </a:pPr>
            <a:r>
              <a:rPr lang="en-US" altLang="zh-CN" b="1" dirty="0">
                <a:solidFill>
                  <a:srgbClr val="000000"/>
                </a:solidFill>
                <a:latin typeface="Arial"/>
                <a:ea typeface="黑体" pitchFamily="49" charset="-122"/>
              </a:rPr>
              <a:t>2.1.1.4 </a:t>
            </a:r>
            <a:r>
              <a:rPr lang="zh-CN" altLang="en-US" b="1" dirty="0">
                <a:solidFill>
                  <a:srgbClr val="000000"/>
                </a:solidFill>
                <a:latin typeface="Arial"/>
                <a:ea typeface="黑体" pitchFamily="49" charset="-122"/>
              </a:rPr>
              <a:t>准备基本交换机管理</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11"/>
          <p:cNvSpPr>
            <a:spLocks noGrp="1" noChangeArrowheads="1"/>
          </p:cNvSpPr>
          <p:nvPr>
            <p:ph type="sldNum" sz="quarter" idx="5"/>
          </p:nvPr>
        </p:nvSpPr>
        <p:spPr>
          <a:noFill/>
        </p:spPr>
        <p:txBody>
          <a:bodyPr/>
          <a:lstStyle/>
          <a:p>
            <a:pPr defTabSz="901700"/>
            <a:fld id="{4CDFA59E-0AA5-449F-A866-5A0675864468}" type="slidenum">
              <a:rPr lang="fr-BE" altLang="zh-CN" smtClean="0"/>
              <a:pPr defTabSz="901700"/>
              <a:t>32</a:t>
            </a:fld>
            <a:endParaRPr lang="en-US" altLang="zh-CN"/>
          </a:p>
        </p:txBody>
      </p:sp>
      <p:sp>
        <p:nvSpPr>
          <p:cNvPr id="48130"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ln/>
        </p:spPr>
        <p:txBody>
          <a:bodyPr/>
          <a:lstStyle/>
          <a:p>
            <a:pPr marL="112746" indent="-112746" defTabSz="1020745">
              <a:buFontTx/>
              <a:buNone/>
              <a:defRPr/>
            </a:pPr>
            <a:r>
              <a:rPr lang="en-US" altLang="zh-CN" b="1" dirty="0">
                <a:solidFill>
                  <a:srgbClr val="000000"/>
                </a:solidFill>
                <a:latin typeface="Arial"/>
                <a:ea typeface="黑体" pitchFamily="49" charset="-122"/>
              </a:rPr>
              <a:t>2.1 </a:t>
            </a:r>
            <a:r>
              <a:rPr lang="zh-CN" altLang="en-US" b="1" dirty="0">
                <a:solidFill>
                  <a:srgbClr val="000000"/>
                </a:solidFill>
                <a:latin typeface="Arial"/>
                <a:ea typeface="黑体" pitchFamily="49" charset="-122"/>
              </a:rPr>
              <a:t>基本交换机配置</a:t>
            </a:r>
            <a:endParaRPr lang="zh-CN" altLang="en-US" b="1" dirty="0">
              <a:ea typeface="黑体" pitchFamily="49" charset="-122"/>
            </a:endParaRPr>
          </a:p>
          <a:p>
            <a:pPr marL="112746" indent="-112746" defTabSz="1020745">
              <a:buFontTx/>
              <a:buNone/>
              <a:defRPr/>
            </a:pPr>
            <a:r>
              <a:rPr lang="en-US" altLang="zh-CN" b="1" dirty="0">
                <a:solidFill>
                  <a:srgbClr val="000000"/>
                </a:solidFill>
                <a:latin typeface="Arial"/>
                <a:ea typeface="黑体" pitchFamily="49" charset="-122"/>
              </a:rPr>
              <a:t>2.1.1 </a:t>
            </a:r>
            <a:r>
              <a:rPr lang="zh-CN" altLang="en-US" b="1" dirty="0">
                <a:solidFill>
                  <a:srgbClr val="000000"/>
                </a:solidFill>
                <a:latin typeface="Arial"/>
                <a:ea typeface="黑体" pitchFamily="49" charset="-122"/>
              </a:rPr>
              <a:t>配置交换机的初始设置</a:t>
            </a:r>
            <a:endParaRPr lang="zh-CN" altLang="en-US" b="1" dirty="0">
              <a:ea typeface="黑体" pitchFamily="49" charset="-122"/>
            </a:endParaRPr>
          </a:p>
          <a:p>
            <a:pPr marL="0" indent="0" defTabSz="1020745">
              <a:buFontTx/>
              <a:buNone/>
              <a:defRPr/>
            </a:pPr>
            <a:r>
              <a:rPr lang="en-US" altLang="zh-CN" b="1" dirty="0">
                <a:solidFill>
                  <a:srgbClr val="000000"/>
                </a:solidFill>
                <a:latin typeface="Arial"/>
                <a:ea typeface="黑体" pitchFamily="49" charset="-122"/>
              </a:rPr>
              <a:t>2.1.1.4 </a:t>
            </a:r>
            <a:r>
              <a:rPr lang="zh-CN" altLang="en-US" b="1" dirty="0">
                <a:solidFill>
                  <a:srgbClr val="000000"/>
                </a:solidFill>
                <a:latin typeface="Arial"/>
                <a:ea typeface="黑体" pitchFamily="49" charset="-122"/>
              </a:rPr>
              <a:t>准备基本交换机管理</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11"/>
          <p:cNvSpPr>
            <a:spLocks noGrp="1" noChangeArrowheads="1"/>
          </p:cNvSpPr>
          <p:nvPr>
            <p:ph type="sldNum" sz="quarter" idx="5"/>
          </p:nvPr>
        </p:nvSpPr>
        <p:spPr>
          <a:noFill/>
        </p:spPr>
        <p:txBody>
          <a:bodyPr/>
          <a:lstStyle/>
          <a:p>
            <a:pPr defTabSz="901700"/>
            <a:fld id="{B7CD0582-3FCB-4FD1-82DC-E2CF11C68CB0}" type="slidenum">
              <a:rPr lang="fr-BE" altLang="zh-CN" smtClean="0"/>
              <a:pPr defTabSz="901700"/>
              <a:t>33</a:t>
            </a:fld>
            <a:endParaRPr lang="en-US" altLang="zh-CN"/>
          </a:p>
        </p:txBody>
      </p:sp>
      <p:sp>
        <p:nvSpPr>
          <p:cNvPr id="60418"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ln/>
        </p:spPr>
        <p:txBody>
          <a:bodyPr/>
          <a:lstStyle/>
          <a:p>
            <a:pPr marL="112746" indent="-112746" defTabSz="1020745">
              <a:buFontTx/>
              <a:buNone/>
              <a:defRPr/>
            </a:pPr>
            <a:r>
              <a:rPr lang="en-US" altLang="zh-CN" b="1" dirty="0">
                <a:solidFill>
                  <a:srgbClr val="000000"/>
                </a:solidFill>
                <a:latin typeface="Arial"/>
                <a:ea typeface="黑体" pitchFamily="49" charset="-122"/>
              </a:rPr>
              <a:t>2.1 </a:t>
            </a:r>
            <a:r>
              <a:rPr lang="zh-CN" altLang="en-US" b="1" dirty="0">
                <a:solidFill>
                  <a:srgbClr val="000000"/>
                </a:solidFill>
                <a:latin typeface="Arial"/>
                <a:ea typeface="黑体" pitchFamily="49" charset="-122"/>
              </a:rPr>
              <a:t>基本交换机配置</a:t>
            </a:r>
            <a:endParaRPr lang="zh-CN" altLang="en-US" b="1" dirty="0">
              <a:ea typeface="黑体" pitchFamily="49" charset="-122"/>
            </a:endParaRPr>
          </a:p>
          <a:p>
            <a:pPr marL="112746" indent="-112746" defTabSz="1020745">
              <a:buFontTx/>
              <a:buNone/>
              <a:defRPr/>
            </a:pPr>
            <a:r>
              <a:rPr lang="en-US" altLang="zh-CN" b="1" dirty="0">
                <a:solidFill>
                  <a:srgbClr val="000000"/>
                </a:solidFill>
                <a:latin typeface="Arial"/>
                <a:ea typeface="黑体" pitchFamily="49" charset="-122"/>
              </a:rPr>
              <a:t>2.1.2</a:t>
            </a:r>
            <a:r>
              <a:rPr lang="zh-CN" altLang="en-US" b="1" dirty="0">
                <a:solidFill>
                  <a:srgbClr val="000000"/>
                </a:solidFill>
                <a:latin typeface="Arial"/>
                <a:ea typeface="黑体" pitchFamily="49" charset="-122"/>
              </a:rPr>
              <a:t> 配置交换机端口</a:t>
            </a:r>
          </a:p>
          <a:p>
            <a:pPr marL="0" indent="0" defTabSz="1020745">
              <a:buFontTx/>
              <a:buNone/>
              <a:defRPr/>
            </a:pPr>
            <a:r>
              <a:rPr lang="en-US" altLang="zh-CN" b="1" dirty="0">
                <a:solidFill>
                  <a:srgbClr val="000000"/>
                </a:solidFill>
                <a:latin typeface="Arial"/>
                <a:ea typeface="黑体" pitchFamily="49" charset="-122"/>
              </a:rPr>
              <a:t>2.1.2.4 </a:t>
            </a:r>
            <a:r>
              <a:rPr lang="zh-CN" altLang="en-US" b="1" dirty="0">
                <a:solidFill>
                  <a:srgbClr val="000000"/>
                </a:solidFill>
                <a:latin typeface="Arial"/>
                <a:ea typeface="黑体" pitchFamily="49" charset="-122"/>
              </a:rPr>
              <a:t>检验交换机端口配置</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11"/>
          <p:cNvSpPr>
            <a:spLocks noGrp="1" noChangeArrowheads="1"/>
          </p:cNvSpPr>
          <p:nvPr>
            <p:ph type="sldNum" sz="quarter" idx="5"/>
          </p:nvPr>
        </p:nvSpPr>
        <p:spPr>
          <a:noFill/>
        </p:spPr>
        <p:txBody>
          <a:bodyPr/>
          <a:lstStyle/>
          <a:p>
            <a:pPr defTabSz="901700"/>
            <a:fld id="{603CD1FE-EC00-4C25-B980-0296DF4C8A77}" type="slidenum">
              <a:rPr lang="fr-BE" altLang="zh-CN" smtClean="0"/>
              <a:pPr defTabSz="901700"/>
              <a:t>34</a:t>
            </a:fld>
            <a:endParaRPr lang="en-US" altLang="zh-CN"/>
          </a:p>
        </p:txBody>
      </p:sp>
      <p:sp>
        <p:nvSpPr>
          <p:cNvPr id="62466"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ln/>
        </p:spPr>
        <p:txBody>
          <a:bodyPr/>
          <a:lstStyle/>
          <a:p>
            <a:pPr marL="112746" indent="-112746" defTabSz="1020745">
              <a:buFontTx/>
              <a:buNone/>
              <a:defRPr/>
            </a:pPr>
            <a:r>
              <a:rPr lang="en-US" altLang="zh-CN" b="1" dirty="0">
                <a:solidFill>
                  <a:srgbClr val="000000"/>
                </a:solidFill>
                <a:latin typeface="Arial"/>
                <a:ea typeface="黑体" pitchFamily="49" charset="-122"/>
              </a:rPr>
              <a:t>2.1 </a:t>
            </a:r>
            <a:r>
              <a:rPr lang="zh-CN" altLang="en-US" b="1" dirty="0">
                <a:solidFill>
                  <a:srgbClr val="000000"/>
                </a:solidFill>
                <a:latin typeface="Arial"/>
                <a:ea typeface="黑体" pitchFamily="49" charset="-122"/>
              </a:rPr>
              <a:t>基本交换机配置</a:t>
            </a:r>
            <a:endParaRPr lang="zh-CN" altLang="en-US" b="1" dirty="0">
              <a:ea typeface="黑体" pitchFamily="49" charset="-122"/>
            </a:endParaRPr>
          </a:p>
          <a:p>
            <a:pPr marL="112746" indent="-112746" defTabSz="1020745">
              <a:buFontTx/>
              <a:buNone/>
              <a:defRPr/>
            </a:pPr>
            <a:r>
              <a:rPr lang="en-US" altLang="zh-CN" b="1" dirty="0">
                <a:solidFill>
                  <a:srgbClr val="000000"/>
                </a:solidFill>
                <a:latin typeface="Arial"/>
                <a:ea typeface="黑体" pitchFamily="49" charset="-122"/>
              </a:rPr>
              <a:t>2.1.2</a:t>
            </a:r>
            <a:r>
              <a:rPr lang="zh-CN" altLang="en-US" b="1" dirty="0">
                <a:solidFill>
                  <a:srgbClr val="000000"/>
                </a:solidFill>
                <a:latin typeface="Arial"/>
                <a:ea typeface="黑体" pitchFamily="49" charset="-122"/>
              </a:rPr>
              <a:t> 配置交换机端口</a:t>
            </a:r>
          </a:p>
          <a:p>
            <a:pPr marL="0" indent="0" defTabSz="1020745">
              <a:buFontTx/>
              <a:buNone/>
              <a:defRPr/>
            </a:pPr>
            <a:r>
              <a:rPr lang="en-US" altLang="zh-CN" b="1" dirty="0">
                <a:solidFill>
                  <a:srgbClr val="000000"/>
                </a:solidFill>
                <a:latin typeface="Arial"/>
                <a:ea typeface="黑体" pitchFamily="49" charset="-122"/>
              </a:rPr>
              <a:t>2.1.2.5</a:t>
            </a:r>
            <a:r>
              <a:rPr lang="zh-CN" altLang="en-US" b="1" dirty="0">
                <a:solidFill>
                  <a:srgbClr val="000000"/>
                </a:solidFill>
                <a:latin typeface="Arial"/>
                <a:ea typeface="黑体" pitchFamily="49" charset="-122"/>
              </a:rPr>
              <a:t> 网络接入层问题</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11"/>
          <p:cNvSpPr>
            <a:spLocks noGrp="1" noChangeArrowheads="1"/>
          </p:cNvSpPr>
          <p:nvPr>
            <p:ph type="sldNum" sz="quarter" idx="5"/>
          </p:nvPr>
        </p:nvSpPr>
        <p:spPr>
          <a:noFill/>
        </p:spPr>
        <p:txBody>
          <a:bodyPr/>
          <a:lstStyle/>
          <a:p>
            <a:pPr defTabSz="901700"/>
            <a:fld id="{53A3D898-C994-47D2-9870-13C1705D6B61}" type="slidenum">
              <a:rPr lang="fr-BE" altLang="zh-CN" smtClean="0"/>
              <a:pPr defTabSz="901700"/>
              <a:t>35</a:t>
            </a:fld>
            <a:endParaRPr lang="en-US" altLang="zh-CN"/>
          </a:p>
        </p:txBody>
      </p:sp>
      <p:sp>
        <p:nvSpPr>
          <p:cNvPr id="64514"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ln/>
        </p:spPr>
        <p:txBody>
          <a:bodyPr/>
          <a:lstStyle/>
          <a:p>
            <a:pPr marL="112746" indent="-112746" defTabSz="1020745">
              <a:buFontTx/>
              <a:buNone/>
              <a:defRPr/>
            </a:pPr>
            <a:r>
              <a:rPr lang="en-US" altLang="zh-CN" b="1" dirty="0">
                <a:solidFill>
                  <a:srgbClr val="000000"/>
                </a:solidFill>
                <a:latin typeface="Arial"/>
                <a:ea typeface="黑体" pitchFamily="49" charset="-122"/>
              </a:rPr>
              <a:t>2.1 </a:t>
            </a:r>
            <a:r>
              <a:rPr lang="zh-CN" altLang="en-US" b="1" dirty="0">
                <a:solidFill>
                  <a:srgbClr val="000000"/>
                </a:solidFill>
                <a:latin typeface="Arial"/>
                <a:ea typeface="黑体" pitchFamily="49" charset="-122"/>
              </a:rPr>
              <a:t>基本交换机配置</a:t>
            </a:r>
            <a:endParaRPr lang="zh-CN" altLang="en-US" b="1" dirty="0">
              <a:ea typeface="黑体" pitchFamily="49" charset="-122"/>
            </a:endParaRPr>
          </a:p>
          <a:p>
            <a:pPr marL="112746" indent="-112746" defTabSz="1020745">
              <a:buFontTx/>
              <a:buNone/>
              <a:defRPr/>
            </a:pPr>
            <a:r>
              <a:rPr lang="en-US" altLang="zh-CN" b="1" dirty="0">
                <a:solidFill>
                  <a:srgbClr val="000000"/>
                </a:solidFill>
                <a:latin typeface="Arial"/>
                <a:ea typeface="黑体" pitchFamily="49" charset="-122"/>
              </a:rPr>
              <a:t>2.1.2</a:t>
            </a:r>
            <a:r>
              <a:rPr lang="zh-CN" altLang="en-US" b="1" dirty="0">
                <a:solidFill>
                  <a:srgbClr val="000000"/>
                </a:solidFill>
                <a:latin typeface="Arial"/>
                <a:ea typeface="黑体" pitchFamily="49" charset="-122"/>
              </a:rPr>
              <a:t> 配置交换机端口</a:t>
            </a:r>
          </a:p>
          <a:p>
            <a:pPr marL="0" indent="0" defTabSz="1020745">
              <a:buFontTx/>
              <a:buNone/>
              <a:defRPr/>
            </a:pPr>
            <a:r>
              <a:rPr lang="en-US" altLang="zh-CN" b="1" dirty="0">
                <a:solidFill>
                  <a:srgbClr val="000000"/>
                </a:solidFill>
                <a:latin typeface="Arial"/>
                <a:ea typeface="黑体" pitchFamily="49" charset="-122"/>
              </a:rPr>
              <a:t>2.1.2.5</a:t>
            </a:r>
            <a:r>
              <a:rPr lang="zh-CN" altLang="en-US" b="1" dirty="0">
                <a:solidFill>
                  <a:srgbClr val="000000"/>
                </a:solidFill>
                <a:latin typeface="Arial"/>
                <a:ea typeface="黑体" pitchFamily="49" charset="-122"/>
              </a:rPr>
              <a:t> 网络接入层问题</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11"/>
          <p:cNvSpPr>
            <a:spLocks noGrp="1" noChangeArrowheads="1"/>
          </p:cNvSpPr>
          <p:nvPr>
            <p:ph type="sldNum" sz="quarter" idx="5"/>
          </p:nvPr>
        </p:nvSpPr>
        <p:spPr>
          <a:noFill/>
        </p:spPr>
        <p:txBody>
          <a:bodyPr/>
          <a:lstStyle/>
          <a:p>
            <a:pPr defTabSz="901700"/>
            <a:fld id="{92E45005-0FE8-4F9B-9502-C131247CD8BF}" type="slidenum">
              <a:rPr lang="fr-BE" altLang="zh-CN" smtClean="0"/>
              <a:pPr defTabSz="901700"/>
              <a:t>36</a:t>
            </a:fld>
            <a:endParaRPr lang="en-US" altLang="zh-CN"/>
          </a:p>
        </p:txBody>
      </p:sp>
      <p:sp>
        <p:nvSpPr>
          <p:cNvPr id="70658"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ln/>
        </p:spPr>
        <p:txBody>
          <a:bodyPr/>
          <a:lstStyle/>
          <a:p>
            <a:pPr marL="112746" indent="-112746" defTabSz="1020745">
              <a:buFontTx/>
              <a:buNone/>
              <a:defRPr/>
            </a:pPr>
            <a:r>
              <a:rPr lang="en-US" altLang="zh-CN" b="1" dirty="0">
                <a:solidFill>
                  <a:srgbClr val="000000"/>
                </a:solidFill>
                <a:latin typeface="Arial"/>
                <a:ea typeface="黑体" pitchFamily="49" charset="-122"/>
              </a:rPr>
              <a:t>2.2 </a:t>
            </a:r>
            <a:r>
              <a:rPr lang="zh-CN" altLang="en-US" b="1" dirty="0">
                <a:solidFill>
                  <a:srgbClr val="000000"/>
                </a:solidFill>
                <a:latin typeface="Arial"/>
                <a:ea typeface="黑体" pitchFamily="49" charset="-122"/>
              </a:rPr>
              <a:t>交换机安全：管理和实施</a:t>
            </a:r>
            <a:endParaRPr lang="zh-CN" altLang="en-US" b="1" dirty="0">
              <a:ea typeface="黑体" pitchFamily="49" charset="-122"/>
            </a:endParaRPr>
          </a:p>
          <a:p>
            <a:pPr marL="112746" indent="-112746" defTabSz="1020745">
              <a:buFontTx/>
              <a:buNone/>
              <a:defRPr/>
            </a:pPr>
            <a:r>
              <a:rPr lang="en-US" altLang="zh-CN" b="1" dirty="0">
                <a:solidFill>
                  <a:srgbClr val="000000"/>
                </a:solidFill>
                <a:latin typeface="Arial"/>
                <a:ea typeface="黑体" pitchFamily="49" charset="-122"/>
              </a:rPr>
              <a:t>2.2.1</a:t>
            </a:r>
            <a:r>
              <a:rPr lang="zh-CN" altLang="en-US" b="1" dirty="0">
                <a:solidFill>
                  <a:srgbClr val="000000"/>
                </a:solidFill>
                <a:latin typeface="Arial"/>
                <a:ea typeface="黑体" pitchFamily="49" charset="-122"/>
              </a:rPr>
              <a:t> 安全远程访问</a:t>
            </a:r>
          </a:p>
          <a:p>
            <a:pPr marL="0" indent="0" defTabSz="1020745">
              <a:buFontTx/>
              <a:buNone/>
              <a:defRPr/>
            </a:pPr>
            <a:r>
              <a:rPr lang="en-US" altLang="zh-CN" b="1" dirty="0">
                <a:solidFill>
                  <a:srgbClr val="000000"/>
                </a:solidFill>
                <a:latin typeface="Arial"/>
                <a:ea typeface="黑体" pitchFamily="49" charset="-122"/>
              </a:rPr>
              <a:t>2.2.1.1 SSH </a:t>
            </a:r>
            <a:r>
              <a:rPr lang="zh-CN" altLang="en-US" b="1" dirty="0">
                <a:solidFill>
                  <a:srgbClr val="000000"/>
                </a:solidFill>
                <a:latin typeface="Arial"/>
                <a:ea typeface="黑体" pitchFamily="49" charset="-122"/>
              </a:rPr>
              <a:t>工作原理</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11"/>
          <p:cNvSpPr>
            <a:spLocks noGrp="1" noChangeArrowheads="1"/>
          </p:cNvSpPr>
          <p:nvPr>
            <p:ph type="sldNum" sz="quarter" idx="5"/>
          </p:nvPr>
        </p:nvSpPr>
        <p:spPr>
          <a:noFill/>
        </p:spPr>
        <p:txBody>
          <a:bodyPr/>
          <a:lstStyle/>
          <a:p>
            <a:pPr defTabSz="901700"/>
            <a:fld id="{68AB1C68-2CA2-4717-8B47-EE5A9B2EFCC7}" type="slidenum">
              <a:rPr lang="fr-BE" altLang="zh-CN" smtClean="0"/>
              <a:pPr defTabSz="901700"/>
              <a:t>37</a:t>
            </a:fld>
            <a:endParaRPr lang="en-US" altLang="zh-CN"/>
          </a:p>
        </p:txBody>
      </p:sp>
      <p:sp>
        <p:nvSpPr>
          <p:cNvPr id="72706"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ln/>
        </p:spPr>
        <p:txBody>
          <a:bodyPr/>
          <a:lstStyle/>
          <a:p>
            <a:pPr marL="112746" indent="-112746" defTabSz="1020745">
              <a:buFontTx/>
              <a:buNone/>
              <a:defRPr/>
            </a:pPr>
            <a:r>
              <a:rPr lang="en-US" altLang="zh-CN" b="1" dirty="0">
                <a:solidFill>
                  <a:srgbClr val="000000"/>
                </a:solidFill>
                <a:latin typeface="Arial"/>
                <a:ea typeface="黑体" pitchFamily="49" charset="-122"/>
              </a:rPr>
              <a:t>2.2 </a:t>
            </a:r>
            <a:r>
              <a:rPr lang="zh-CN" altLang="en-US" b="1" dirty="0">
                <a:solidFill>
                  <a:srgbClr val="000000"/>
                </a:solidFill>
                <a:latin typeface="Arial"/>
                <a:ea typeface="黑体" pitchFamily="49" charset="-122"/>
              </a:rPr>
              <a:t>交换机安全：管理和实施</a:t>
            </a:r>
            <a:endParaRPr lang="zh-CN" altLang="en-US" b="1" dirty="0">
              <a:ea typeface="黑体" pitchFamily="49" charset="-122"/>
            </a:endParaRPr>
          </a:p>
          <a:p>
            <a:pPr marL="112746" indent="-112746" defTabSz="1020745">
              <a:buFontTx/>
              <a:buNone/>
              <a:defRPr/>
            </a:pPr>
            <a:r>
              <a:rPr lang="en-US" altLang="zh-CN" b="1" dirty="0">
                <a:solidFill>
                  <a:srgbClr val="000000"/>
                </a:solidFill>
                <a:latin typeface="Arial"/>
                <a:ea typeface="黑体" pitchFamily="49" charset="-122"/>
              </a:rPr>
              <a:t>2.2.1</a:t>
            </a:r>
            <a:r>
              <a:rPr lang="zh-CN" altLang="en-US" b="1" dirty="0">
                <a:solidFill>
                  <a:srgbClr val="000000"/>
                </a:solidFill>
                <a:latin typeface="Arial"/>
                <a:ea typeface="黑体" pitchFamily="49" charset="-122"/>
              </a:rPr>
              <a:t> 安全远程访问</a:t>
            </a:r>
          </a:p>
          <a:p>
            <a:pPr marL="0" indent="0" defTabSz="1020745">
              <a:buFontTx/>
              <a:buNone/>
              <a:defRPr/>
            </a:pPr>
            <a:r>
              <a:rPr lang="en-US" altLang="zh-CN" b="1" dirty="0">
                <a:solidFill>
                  <a:srgbClr val="000000"/>
                </a:solidFill>
                <a:latin typeface="Arial"/>
                <a:ea typeface="黑体" pitchFamily="49" charset="-122"/>
              </a:rPr>
              <a:t>2.2.1.1 SSH </a:t>
            </a:r>
            <a:r>
              <a:rPr lang="zh-CN" altLang="en-US" b="1" dirty="0">
                <a:solidFill>
                  <a:srgbClr val="000000"/>
                </a:solidFill>
                <a:latin typeface="Arial"/>
                <a:ea typeface="黑体" pitchFamily="49" charset="-122"/>
              </a:rPr>
              <a:t>工作原理</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11"/>
          <p:cNvSpPr>
            <a:spLocks noGrp="1" noChangeArrowheads="1"/>
          </p:cNvSpPr>
          <p:nvPr>
            <p:ph type="sldNum" sz="quarter" idx="5"/>
          </p:nvPr>
        </p:nvSpPr>
        <p:spPr>
          <a:noFill/>
        </p:spPr>
        <p:txBody>
          <a:bodyPr/>
          <a:lstStyle/>
          <a:p>
            <a:pPr defTabSz="901700"/>
            <a:fld id="{2F750D46-2E8A-490D-8CA2-51F34F621949}" type="slidenum">
              <a:rPr lang="fr-BE" altLang="zh-CN" smtClean="0"/>
              <a:pPr defTabSz="901700"/>
              <a:t>38</a:t>
            </a:fld>
            <a:endParaRPr lang="en-US" altLang="zh-CN"/>
          </a:p>
        </p:txBody>
      </p:sp>
      <p:sp>
        <p:nvSpPr>
          <p:cNvPr id="74754"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ln/>
        </p:spPr>
        <p:txBody>
          <a:bodyPr/>
          <a:lstStyle/>
          <a:p>
            <a:pPr marL="112746" indent="-112746" defTabSz="1020745">
              <a:buFontTx/>
              <a:buNone/>
              <a:defRPr/>
            </a:pPr>
            <a:r>
              <a:rPr lang="en-US" altLang="zh-CN" b="1" dirty="0">
                <a:solidFill>
                  <a:srgbClr val="000000"/>
                </a:solidFill>
                <a:latin typeface="Arial"/>
                <a:ea typeface="黑体" pitchFamily="49" charset="-122"/>
              </a:rPr>
              <a:t>2.2 </a:t>
            </a:r>
            <a:r>
              <a:rPr lang="zh-CN" altLang="en-US" b="1" dirty="0">
                <a:solidFill>
                  <a:srgbClr val="000000"/>
                </a:solidFill>
                <a:latin typeface="Arial"/>
                <a:ea typeface="黑体" pitchFamily="49" charset="-122"/>
              </a:rPr>
              <a:t>交换机安全：管理和实施</a:t>
            </a:r>
            <a:endParaRPr lang="zh-CN" altLang="en-US" b="1" dirty="0">
              <a:ea typeface="黑体" pitchFamily="49" charset="-122"/>
            </a:endParaRPr>
          </a:p>
          <a:p>
            <a:pPr marL="112746" indent="-112746" defTabSz="1020745">
              <a:buFontTx/>
              <a:buNone/>
              <a:defRPr/>
            </a:pPr>
            <a:r>
              <a:rPr lang="en-US" altLang="zh-CN" b="1" dirty="0">
                <a:solidFill>
                  <a:srgbClr val="000000"/>
                </a:solidFill>
                <a:latin typeface="Arial"/>
                <a:ea typeface="黑体" pitchFamily="49" charset="-122"/>
              </a:rPr>
              <a:t>2.2.1</a:t>
            </a:r>
            <a:r>
              <a:rPr lang="zh-CN" altLang="en-US" b="1" dirty="0">
                <a:solidFill>
                  <a:srgbClr val="000000"/>
                </a:solidFill>
                <a:latin typeface="Arial"/>
                <a:ea typeface="黑体" pitchFamily="49" charset="-122"/>
              </a:rPr>
              <a:t> 安全远程访问</a:t>
            </a:r>
          </a:p>
          <a:p>
            <a:pPr marL="0" indent="0" defTabSz="1020745">
              <a:buFontTx/>
              <a:buNone/>
              <a:defRPr/>
            </a:pPr>
            <a:r>
              <a:rPr lang="en-US" altLang="zh-CN" b="1" dirty="0">
                <a:solidFill>
                  <a:srgbClr val="000000"/>
                </a:solidFill>
                <a:latin typeface="Arial"/>
                <a:ea typeface="黑体" pitchFamily="49" charset="-122"/>
              </a:rPr>
              <a:t>2.2.1.2 </a:t>
            </a:r>
            <a:r>
              <a:rPr lang="zh-CN" altLang="en-US" b="1" dirty="0">
                <a:solidFill>
                  <a:srgbClr val="000000"/>
                </a:solidFill>
                <a:latin typeface="Arial"/>
                <a:ea typeface="黑体" pitchFamily="49" charset="-122"/>
              </a:rPr>
              <a:t>配置 </a:t>
            </a:r>
            <a:r>
              <a:rPr lang="en-US" altLang="zh-CN" b="1" dirty="0">
                <a:solidFill>
                  <a:srgbClr val="000000"/>
                </a:solidFill>
                <a:latin typeface="Arial"/>
                <a:ea typeface="黑体" pitchFamily="49" charset="-122"/>
              </a:rPr>
              <a:t>SSH</a:t>
            </a:r>
            <a:endParaRPr lang="zh-CN" altLang="en-US" b="1" dirty="0">
              <a:ea typeface="黑体" pitchFamily="49"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11"/>
          <p:cNvSpPr>
            <a:spLocks noGrp="1" noChangeArrowheads="1"/>
          </p:cNvSpPr>
          <p:nvPr>
            <p:ph type="sldNum" sz="quarter" idx="5"/>
          </p:nvPr>
        </p:nvSpPr>
        <p:spPr>
          <a:noFill/>
        </p:spPr>
        <p:txBody>
          <a:bodyPr/>
          <a:lstStyle/>
          <a:p>
            <a:pPr defTabSz="901700"/>
            <a:fld id="{6CC0B379-7307-4D01-ACD1-37A1D61BFB0D}" type="slidenum">
              <a:rPr lang="fr-BE" altLang="zh-CN" smtClean="0"/>
              <a:pPr defTabSz="901700"/>
              <a:t>39</a:t>
            </a:fld>
            <a:endParaRPr lang="en-US" altLang="zh-CN"/>
          </a:p>
        </p:txBody>
      </p:sp>
      <p:sp>
        <p:nvSpPr>
          <p:cNvPr id="76802"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ln/>
        </p:spPr>
        <p:txBody>
          <a:bodyPr/>
          <a:lstStyle/>
          <a:p>
            <a:pPr marL="112746" indent="-112746" defTabSz="1020745">
              <a:buFontTx/>
              <a:buNone/>
              <a:defRPr/>
            </a:pPr>
            <a:r>
              <a:rPr lang="en-US" altLang="zh-CN" b="1" dirty="0">
                <a:solidFill>
                  <a:srgbClr val="000000"/>
                </a:solidFill>
                <a:latin typeface="Arial"/>
                <a:ea typeface="黑体" pitchFamily="49" charset="-122"/>
              </a:rPr>
              <a:t>2.2 </a:t>
            </a:r>
            <a:r>
              <a:rPr lang="zh-CN" altLang="en-US" b="1" dirty="0">
                <a:solidFill>
                  <a:srgbClr val="000000"/>
                </a:solidFill>
                <a:latin typeface="Arial"/>
                <a:ea typeface="黑体" pitchFamily="49" charset="-122"/>
              </a:rPr>
              <a:t>交换机安全：管理和实施</a:t>
            </a:r>
            <a:endParaRPr lang="zh-CN" altLang="en-US" b="1" dirty="0">
              <a:ea typeface="黑体" pitchFamily="49" charset="-122"/>
            </a:endParaRPr>
          </a:p>
          <a:p>
            <a:pPr marL="112746" indent="-112746" defTabSz="1020745">
              <a:buFontTx/>
              <a:buNone/>
              <a:defRPr/>
            </a:pPr>
            <a:r>
              <a:rPr lang="en-US" altLang="zh-CN" b="1" dirty="0">
                <a:solidFill>
                  <a:srgbClr val="000000"/>
                </a:solidFill>
                <a:latin typeface="Arial"/>
                <a:ea typeface="黑体" pitchFamily="49" charset="-122"/>
              </a:rPr>
              <a:t>2.2.1</a:t>
            </a:r>
            <a:r>
              <a:rPr lang="zh-CN" altLang="en-US" b="1" dirty="0">
                <a:solidFill>
                  <a:srgbClr val="000000"/>
                </a:solidFill>
                <a:latin typeface="Arial"/>
                <a:ea typeface="黑体" pitchFamily="49" charset="-122"/>
              </a:rPr>
              <a:t> 安全远程访问</a:t>
            </a:r>
          </a:p>
          <a:p>
            <a:pPr marL="0" indent="0" defTabSz="1020745">
              <a:buFontTx/>
              <a:buNone/>
              <a:defRPr/>
            </a:pPr>
            <a:r>
              <a:rPr lang="en-US" altLang="zh-CN" b="1" dirty="0">
                <a:solidFill>
                  <a:srgbClr val="000000"/>
                </a:solidFill>
                <a:latin typeface="Arial"/>
                <a:ea typeface="黑体" pitchFamily="49" charset="-122"/>
              </a:rPr>
              <a:t>2.2.1.2 </a:t>
            </a:r>
            <a:r>
              <a:rPr lang="zh-CN" altLang="en-US" b="1" dirty="0">
                <a:solidFill>
                  <a:srgbClr val="000000"/>
                </a:solidFill>
                <a:latin typeface="Arial"/>
                <a:ea typeface="黑体" pitchFamily="49" charset="-122"/>
              </a:rPr>
              <a:t>检验 </a:t>
            </a:r>
            <a:r>
              <a:rPr lang="en-US" altLang="zh-CN" b="1" dirty="0">
                <a:solidFill>
                  <a:srgbClr val="000000"/>
                </a:solidFill>
                <a:latin typeface="Arial"/>
                <a:ea typeface="黑体" pitchFamily="49" charset="-122"/>
              </a:rPr>
              <a:t>SSH</a:t>
            </a:r>
            <a:endParaRPr lang="zh-CN" altLang="en-US" b="1" dirty="0">
              <a:ea typeface="黑体" pitchFamily="49"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a:extLst>
              <a:ext uri="{FF2B5EF4-FFF2-40B4-BE49-F238E27FC236}">
                <a16:creationId xmlns:a16="http://schemas.microsoft.com/office/drawing/2014/main" id="{FB273206-9A0A-49CB-BBD1-61208557748C}"/>
              </a:ext>
            </a:extLst>
          </p:cNvPr>
          <p:cNvSpPr>
            <a:spLocks noGrp="1" noRot="1" noChangeAspect="1" noTextEdit="1"/>
          </p:cNvSpPr>
          <p:nvPr>
            <p:ph type="sldImg"/>
          </p:nvPr>
        </p:nvSpPr>
        <p:spPr>
          <a:ln/>
        </p:spPr>
      </p:sp>
      <p:sp>
        <p:nvSpPr>
          <p:cNvPr id="167939" name="Notes Placeholder 2">
            <a:extLst>
              <a:ext uri="{FF2B5EF4-FFF2-40B4-BE49-F238E27FC236}">
                <a16:creationId xmlns:a16="http://schemas.microsoft.com/office/drawing/2014/main" id="{657B30A0-6596-4A0A-989D-E5F718B77C7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7940" name="Slide Number Placeholder 3">
            <a:extLst>
              <a:ext uri="{FF2B5EF4-FFF2-40B4-BE49-F238E27FC236}">
                <a16:creationId xmlns:a16="http://schemas.microsoft.com/office/drawing/2014/main" id="{9746FF83-3FEA-4CA0-99A7-5887F5ADED3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b="1">
                <a:solidFill>
                  <a:schemeClr val="tx1"/>
                </a:solidFill>
                <a:latin typeface="Arial" panose="020B0604020202020204" pitchFamily="34" charset="0"/>
              </a:defRPr>
            </a:lvl1pPr>
            <a:lvl2pPr marL="742950" indent="-285750" eaLnBrk="0" hangingPunct="0">
              <a:defRPr sz="3400" b="1">
                <a:solidFill>
                  <a:schemeClr val="tx1"/>
                </a:solidFill>
                <a:latin typeface="Arial" panose="020B0604020202020204" pitchFamily="34" charset="0"/>
              </a:defRPr>
            </a:lvl2pPr>
            <a:lvl3pPr marL="1143000" indent="-228600" eaLnBrk="0" hangingPunct="0">
              <a:defRPr sz="3400" b="1">
                <a:solidFill>
                  <a:schemeClr val="tx1"/>
                </a:solidFill>
                <a:latin typeface="Arial" panose="020B0604020202020204" pitchFamily="34" charset="0"/>
              </a:defRPr>
            </a:lvl3pPr>
            <a:lvl4pPr marL="1600200" indent="-228600" eaLnBrk="0" hangingPunct="0">
              <a:defRPr sz="3400" b="1">
                <a:solidFill>
                  <a:schemeClr val="tx1"/>
                </a:solidFill>
                <a:latin typeface="Arial" panose="020B0604020202020204" pitchFamily="34" charset="0"/>
              </a:defRPr>
            </a:lvl4pPr>
            <a:lvl5pPr marL="2057400" indent="-228600" eaLnBrk="0" hangingPunct="0">
              <a:defRPr sz="3400" b="1">
                <a:solidFill>
                  <a:schemeClr val="tx1"/>
                </a:solidFill>
                <a:latin typeface="Arial" panose="020B0604020202020204" pitchFamily="34" charset="0"/>
              </a:defRPr>
            </a:lvl5pPr>
            <a:lvl6pPr marL="2514600" indent="-228600" eaLnBrk="0" fontAlgn="base" hangingPunct="0">
              <a:spcBef>
                <a:spcPct val="0"/>
              </a:spcBef>
              <a:spcAft>
                <a:spcPct val="0"/>
              </a:spcAft>
              <a:defRPr sz="3400" b="1">
                <a:solidFill>
                  <a:schemeClr val="tx1"/>
                </a:solidFill>
                <a:latin typeface="Arial" panose="020B0604020202020204" pitchFamily="34" charset="0"/>
              </a:defRPr>
            </a:lvl6pPr>
            <a:lvl7pPr marL="2971800" indent="-228600" eaLnBrk="0" fontAlgn="base" hangingPunct="0">
              <a:spcBef>
                <a:spcPct val="0"/>
              </a:spcBef>
              <a:spcAft>
                <a:spcPct val="0"/>
              </a:spcAft>
              <a:defRPr sz="3400" b="1">
                <a:solidFill>
                  <a:schemeClr val="tx1"/>
                </a:solidFill>
                <a:latin typeface="Arial" panose="020B0604020202020204" pitchFamily="34" charset="0"/>
              </a:defRPr>
            </a:lvl7pPr>
            <a:lvl8pPr marL="3429000" indent="-228600" eaLnBrk="0" fontAlgn="base" hangingPunct="0">
              <a:spcBef>
                <a:spcPct val="0"/>
              </a:spcBef>
              <a:spcAft>
                <a:spcPct val="0"/>
              </a:spcAft>
              <a:defRPr sz="3400" b="1">
                <a:solidFill>
                  <a:schemeClr val="tx1"/>
                </a:solidFill>
                <a:latin typeface="Arial" panose="020B0604020202020204" pitchFamily="34" charset="0"/>
              </a:defRPr>
            </a:lvl8pPr>
            <a:lvl9pPr marL="3886200" indent="-228600" eaLnBrk="0" fontAlgn="base" hangingPunct="0">
              <a:spcBef>
                <a:spcPct val="0"/>
              </a:spcBef>
              <a:spcAft>
                <a:spcPct val="0"/>
              </a:spcAft>
              <a:defRPr sz="3400" b="1">
                <a:solidFill>
                  <a:schemeClr val="tx1"/>
                </a:solidFill>
                <a:latin typeface="Arial" panose="020B0604020202020204" pitchFamily="34" charset="0"/>
              </a:defRPr>
            </a:lvl9pPr>
          </a:lstStyle>
          <a:p>
            <a:fld id="{1EF1CB02-9B0A-429E-A190-94D4861CD379}" type="slidenum">
              <a:rPr lang="zh-CN" altLang="en-US" sz="1200"/>
              <a:pPr/>
              <a:t>40</a:t>
            </a:fld>
            <a:endParaRPr lang="en-US" altLang="zh-CN"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a:extLst>
              <a:ext uri="{FF2B5EF4-FFF2-40B4-BE49-F238E27FC236}">
                <a16:creationId xmlns:a16="http://schemas.microsoft.com/office/drawing/2014/main" id="{AB185981-65B8-404D-9605-87CD0BB0B6E4}"/>
              </a:ext>
            </a:extLst>
          </p:cNvPr>
          <p:cNvSpPr>
            <a:spLocks noGrp="1" noRot="1" noChangeAspect="1" noTextEdit="1"/>
          </p:cNvSpPr>
          <p:nvPr>
            <p:ph type="sldImg"/>
          </p:nvPr>
        </p:nvSpPr>
        <p:spPr>
          <a:ln/>
        </p:spPr>
      </p:sp>
      <p:sp>
        <p:nvSpPr>
          <p:cNvPr id="168963" name="Notes Placeholder 2">
            <a:extLst>
              <a:ext uri="{FF2B5EF4-FFF2-40B4-BE49-F238E27FC236}">
                <a16:creationId xmlns:a16="http://schemas.microsoft.com/office/drawing/2014/main" id="{26F29CF1-1B35-4C8C-B368-73BE7A911BC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8964" name="Slide Number Placeholder 3">
            <a:extLst>
              <a:ext uri="{FF2B5EF4-FFF2-40B4-BE49-F238E27FC236}">
                <a16:creationId xmlns:a16="http://schemas.microsoft.com/office/drawing/2014/main" id="{614BC82F-122C-46FD-812E-F5787C4D9EB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b="1">
                <a:solidFill>
                  <a:schemeClr val="tx1"/>
                </a:solidFill>
                <a:latin typeface="Arial" panose="020B0604020202020204" pitchFamily="34" charset="0"/>
              </a:defRPr>
            </a:lvl1pPr>
            <a:lvl2pPr marL="742950" indent="-285750" eaLnBrk="0" hangingPunct="0">
              <a:defRPr sz="3400" b="1">
                <a:solidFill>
                  <a:schemeClr val="tx1"/>
                </a:solidFill>
                <a:latin typeface="Arial" panose="020B0604020202020204" pitchFamily="34" charset="0"/>
              </a:defRPr>
            </a:lvl2pPr>
            <a:lvl3pPr marL="1143000" indent="-228600" eaLnBrk="0" hangingPunct="0">
              <a:defRPr sz="3400" b="1">
                <a:solidFill>
                  <a:schemeClr val="tx1"/>
                </a:solidFill>
                <a:latin typeface="Arial" panose="020B0604020202020204" pitchFamily="34" charset="0"/>
              </a:defRPr>
            </a:lvl3pPr>
            <a:lvl4pPr marL="1600200" indent="-228600" eaLnBrk="0" hangingPunct="0">
              <a:defRPr sz="3400" b="1">
                <a:solidFill>
                  <a:schemeClr val="tx1"/>
                </a:solidFill>
                <a:latin typeface="Arial" panose="020B0604020202020204" pitchFamily="34" charset="0"/>
              </a:defRPr>
            </a:lvl4pPr>
            <a:lvl5pPr marL="2057400" indent="-228600" eaLnBrk="0" hangingPunct="0">
              <a:defRPr sz="3400" b="1">
                <a:solidFill>
                  <a:schemeClr val="tx1"/>
                </a:solidFill>
                <a:latin typeface="Arial" panose="020B0604020202020204" pitchFamily="34" charset="0"/>
              </a:defRPr>
            </a:lvl5pPr>
            <a:lvl6pPr marL="2514600" indent="-228600" eaLnBrk="0" fontAlgn="base" hangingPunct="0">
              <a:spcBef>
                <a:spcPct val="0"/>
              </a:spcBef>
              <a:spcAft>
                <a:spcPct val="0"/>
              </a:spcAft>
              <a:defRPr sz="3400" b="1">
                <a:solidFill>
                  <a:schemeClr val="tx1"/>
                </a:solidFill>
                <a:latin typeface="Arial" panose="020B0604020202020204" pitchFamily="34" charset="0"/>
              </a:defRPr>
            </a:lvl6pPr>
            <a:lvl7pPr marL="2971800" indent="-228600" eaLnBrk="0" fontAlgn="base" hangingPunct="0">
              <a:spcBef>
                <a:spcPct val="0"/>
              </a:spcBef>
              <a:spcAft>
                <a:spcPct val="0"/>
              </a:spcAft>
              <a:defRPr sz="3400" b="1">
                <a:solidFill>
                  <a:schemeClr val="tx1"/>
                </a:solidFill>
                <a:latin typeface="Arial" panose="020B0604020202020204" pitchFamily="34" charset="0"/>
              </a:defRPr>
            </a:lvl7pPr>
            <a:lvl8pPr marL="3429000" indent="-228600" eaLnBrk="0" fontAlgn="base" hangingPunct="0">
              <a:spcBef>
                <a:spcPct val="0"/>
              </a:spcBef>
              <a:spcAft>
                <a:spcPct val="0"/>
              </a:spcAft>
              <a:defRPr sz="3400" b="1">
                <a:solidFill>
                  <a:schemeClr val="tx1"/>
                </a:solidFill>
                <a:latin typeface="Arial" panose="020B0604020202020204" pitchFamily="34" charset="0"/>
              </a:defRPr>
            </a:lvl8pPr>
            <a:lvl9pPr marL="3886200" indent="-228600" eaLnBrk="0" fontAlgn="base" hangingPunct="0">
              <a:spcBef>
                <a:spcPct val="0"/>
              </a:spcBef>
              <a:spcAft>
                <a:spcPct val="0"/>
              </a:spcAft>
              <a:defRPr sz="3400" b="1">
                <a:solidFill>
                  <a:schemeClr val="tx1"/>
                </a:solidFill>
                <a:latin typeface="Arial" panose="020B0604020202020204" pitchFamily="34" charset="0"/>
              </a:defRPr>
            </a:lvl9pPr>
          </a:lstStyle>
          <a:p>
            <a:fld id="{76AFF5C9-29F1-400F-9847-1EAB1558D8FF}" type="slidenum">
              <a:rPr lang="zh-CN" altLang="en-US" sz="1200"/>
              <a:pPr/>
              <a:t>41</a:t>
            </a:fld>
            <a:endParaRPr lang="en-US" altLang="zh-CN"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2D77FEBA-FF47-4EEE-829C-519710AEFA98}"/>
              </a:ext>
            </a:extLst>
          </p:cNvPr>
          <p:cNvSpPr>
            <a:spLocks noGrp="1" noRot="1" noChangeAspect="1" noChangeArrowheads="1" noTextEdit="1"/>
          </p:cNvSpPr>
          <p:nvPr>
            <p:ph type="sldImg"/>
          </p:nvPr>
        </p:nvSpPr>
        <p:spPr>
          <a:ln/>
        </p:spPr>
      </p:sp>
      <p:sp>
        <p:nvSpPr>
          <p:cNvPr id="169987" name="Rectangle 3">
            <a:extLst>
              <a:ext uri="{FF2B5EF4-FFF2-40B4-BE49-F238E27FC236}">
                <a16:creationId xmlns:a16="http://schemas.microsoft.com/office/drawing/2014/main" id="{9A0E67EB-0593-4F65-9B8D-EA475BE729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a:extLst>
              <a:ext uri="{FF2B5EF4-FFF2-40B4-BE49-F238E27FC236}">
                <a16:creationId xmlns:a16="http://schemas.microsoft.com/office/drawing/2014/main" id="{79C67E0F-A2BC-4255-BD97-B213E52B8CED}"/>
              </a:ext>
            </a:extLst>
          </p:cNvPr>
          <p:cNvSpPr>
            <a:spLocks noGrp="1" noRot="1" noChangeAspect="1" noChangeArrowheads="1" noTextEdit="1"/>
          </p:cNvSpPr>
          <p:nvPr>
            <p:ph type="sldImg"/>
          </p:nvPr>
        </p:nvSpPr>
        <p:spPr>
          <a:ln/>
        </p:spPr>
      </p:sp>
      <p:sp>
        <p:nvSpPr>
          <p:cNvPr id="179203" name="Rectangle 3">
            <a:extLst>
              <a:ext uri="{FF2B5EF4-FFF2-40B4-BE49-F238E27FC236}">
                <a16:creationId xmlns:a16="http://schemas.microsoft.com/office/drawing/2014/main" id="{14B2A05B-1503-4FAF-B6EF-E08A82DADD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679570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D43238FC-B09F-43F8-9529-9043D0CBC508}"/>
              </a:ext>
            </a:extLst>
          </p:cNvPr>
          <p:cNvSpPr>
            <a:spLocks noGrp="1" noRot="1" noChangeAspect="1" noChangeArrowheads="1" noTextEdit="1"/>
          </p:cNvSpPr>
          <p:nvPr>
            <p:ph type="sldImg"/>
          </p:nvPr>
        </p:nvSpPr>
        <p:spPr>
          <a:xfrm>
            <a:off x="841375" y="241300"/>
            <a:ext cx="5233988" cy="3925888"/>
          </a:xfrm>
          <a:ln/>
        </p:spPr>
      </p:sp>
      <p:sp>
        <p:nvSpPr>
          <p:cNvPr id="180227" name="Rectangle 3">
            <a:extLst>
              <a:ext uri="{FF2B5EF4-FFF2-40B4-BE49-F238E27FC236}">
                <a16:creationId xmlns:a16="http://schemas.microsoft.com/office/drawing/2014/main" id="{F56FE19B-B81B-4355-AEE7-E45584DC32E4}"/>
              </a:ext>
            </a:extLst>
          </p:cNvPr>
          <p:cNvSpPr>
            <a:spLocks noGrp="1" noChangeArrowheads="1"/>
          </p:cNvSpPr>
          <p:nvPr>
            <p:ph type="body" idx="1"/>
          </p:nvPr>
        </p:nvSpPr>
        <p:spPr>
          <a:xfrm>
            <a:off x="395288" y="4306888"/>
            <a:ext cx="5989637"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Graphic 5.1.4.1</a:t>
            </a:r>
          </a:p>
        </p:txBody>
      </p:sp>
    </p:spTree>
    <p:extLst>
      <p:ext uri="{BB962C8B-B14F-4D97-AF65-F5344CB8AC3E}">
        <p14:creationId xmlns:p14="http://schemas.microsoft.com/office/powerpoint/2010/main" val="4274353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a:extLst>
              <a:ext uri="{FF2B5EF4-FFF2-40B4-BE49-F238E27FC236}">
                <a16:creationId xmlns:a16="http://schemas.microsoft.com/office/drawing/2014/main" id="{E5D02DD8-DE46-4346-905B-1D863A891CDD}"/>
              </a:ext>
            </a:extLst>
          </p:cNvPr>
          <p:cNvSpPr>
            <a:spLocks noGrp="1" noRot="1" noChangeAspect="1" noChangeArrowheads="1" noTextEdit="1"/>
          </p:cNvSpPr>
          <p:nvPr>
            <p:ph type="sldImg"/>
          </p:nvPr>
        </p:nvSpPr>
        <p:spPr>
          <a:xfrm>
            <a:off x="841375" y="241300"/>
            <a:ext cx="5233988" cy="3925888"/>
          </a:xfrm>
          <a:ln/>
        </p:spPr>
      </p:sp>
      <p:sp>
        <p:nvSpPr>
          <p:cNvPr id="181251" name="Rectangle 3">
            <a:extLst>
              <a:ext uri="{FF2B5EF4-FFF2-40B4-BE49-F238E27FC236}">
                <a16:creationId xmlns:a16="http://schemas.microsoft.com/office/drawing/2014/main" id="{80D9FC15-A6AC-4159-B6BD-25E0E87DAC2E}"/>
              </a:ext>
            </a:extLst>
          </p:cNvPr>
          <p:cNvSpPr>
            <a:spLocks noGrp="1" noChangeArrowheads="1"/>
          </p:cNvSpPr>
          <p:nvPr>
            <p:ph type="body" idx="1"/>
          </p:nvPr>
        </p:nvSpPr>
        <p:spPr>
          <a:xfrm>
            <a:off x="395288" y="4306888"/>
            <a:ext cx="5989637"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Graphic 5.1.4.1</a:t>
            </a:r>
          </a:p>
        </p:txBody>
      </p:sp>
    </p:spTree>
    <p:extLst>
      <p:ext uri="{BB962C8B-B14F-4D97-AF65-F5344CB8AC3E}">
        <p14:creationId xmlns:p14="http://schemas.microsoft.com/office/powerpoint/2010/main" val="19274658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a:extLst>
              <a:ext uri="{FF2B5EF4-FFF2-40B4-BE49-F238E27FC236}">
                <a16:creationId xmlns:a16="http://schemas.microsoft.com/office/drawing/2014/main" id="{294CCBBD-C5CD-4A52-A6BB-81DDD265AC48}"/>
              </a:ext>
            </a:extLst>
          </p:cNvPr>
          <p:cNvSpPr>
            <a:spLocks noGrp="1" noRot="1" noChangeAspect="1" noChangeArrowheads="1" noTextEdit="1"/>
          </p:cNvSpPr>
          <p:nvPr>
            <p:ph type="sldImg"/>
          </p:nvPr>
        </p:nvSpPr>
        <p:spPr>
          <a:ln/>
        </p:spPr>
      </p:sp>
      <p:sp>
        <p:nvSpPr>
          <p:cNvPr id="171011" name="Rectangle 3">
            <a:extLst>
              <a:ext uri="{FF2B5EF4-FFF2-40B4-BE49-F238E27FC236}">
                <a16:creationId xmlns:a16="http://schemas.microsoft.com/office/drawing/2014/main" id="{A9E9C5EE-3B25-46D5-A860-284ECF1278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The first value specifies the ACL number</a:t>
            </a:r>
          </a:p>
          <a:p>
            <a:r>
              <a:rPr lang="en-US" altLang="zh-CN"/>
              <a:t>The second value specifies whether to permit or deny the configured source IP address traffic</a:t>
            </a:r>
          </a:p>
          <a:p>
            <a:r>
              <a:rPr lang="en-US" altLang="zh-CN"/>
              <a:t> The third value is the source IP address that must be matched</a:t>
            </a:r>
          </a:p>
          <a:p>
            <a:r>
              <a:rPr lang="en-US" altLang="zh-CN"/>
              <a:t>The fourth value is the wildcard mask to be applied to the previously configured IP address to indicate the range</a:t>
            </a:r>
          </a:p>
          <a:p>
            <a:r>
              <a:rPr lang="en-US" altLang="zh-CN"/>
              <a:t>All ACLs assume an implicit deny statement at the end of the ACL</a:t>
            </a:r>
          </a:p>
          <a:p>
            <a:r>
              <a:rPr lang="en-US" altLang="zh-CN"/>
              <a:t>At least one permit statement should be included or all traffic will be dropped once that ACL is applied to an interface</a:t>
            </a:r>
          </a:p>
          <a:p>
            <a:r>
              <a:rPr lang="zh-CN" altLang="en-US"/>
              <a:t>标准的可以用扩展的</a:t>
            </a:r>
            <a:r>
              <a:rPr lang="en-US" altLang="zh-CN"/>
              <a:t>ACL</a:t>
            </a:r>
            <a:r>
              <a:rPr lang="zh-CN" altLang="en-US"/>
              <a:t>代替</a:t>
            </a:r>
            <a:r>
              <a:rPr lang="en-US" altLang="zh-CN"/>
              <a:t>,</a:t>
            </a:r>
            <a:r>
              <a:rPr lang="zh-CN" altLang="en-US"/>
              <a:t>但是标准的检查项目少</a:t>
            </a:r>
            <a:r>
              <a:rPr lang="en-US" altLang="zh-CN"/>
              <a:t>,</a:t>
            </a:r>
            <a:r>
              <a:rPr lang="zh-CN" altLang="en-US"/>
              <a:t>速度快</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59F17E77-D837-4039-9BAA-34F6A363A56D}"/>
              </a:ext>
            </a:extLst>
          </p:cNvPr>
          <p:cNvSpPr>
            <a:spLocks noGrp="1" noRot="1" noChangeAspect="1" noChangeArrowheads="1" noTextEdit="1"/>
          </p:cNvSpPr>
          <p:nvPr>
            <p:ph type="sldImg"/>
          </p:nvPr>
        </p:nvSpPr>
        <p:spPr>
          <a:ln/>
        </p:spPr>
      </p:sp>
      <p:sp>
        <p:nvSpPr>
          <p:cNvPr id="172035" name="Rectangle 3">
            <a:extLst>
              <a:ext uri="{FF2B5EF4-FFF2-40B4-BE49-F238E27FC236}">
                <a16:creationId xmlns:a16="http://schemas.microsoft.com/office/drawing/2014/main" id="{17A4BD81-E611-483E-A2BD-E74E579B60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The first value specifies the ACL number</a:t>
            </a:r>
          </a:p>
          <a:p>
            <a:r>
              <a:rPr lang="en-US" altLang="zh-CN"/>
              <a:t>The second value specifies whether to permit or deny accordingly</a:t>
            </a:r>
          </a:p>
          <a:p>
            <a:r>
              <a:rPr lang="en-US" altLang="zh-CN"/>
              <a:t>The third value indicates protocol type </a:t>
            </a:r>
          </a:p>
          <a:p>
            <a:r>
              <a:rPr lang="en-US" altLang="zh-CN"/>
              <a:t>The source IP address and wildcard mask determine where traffic originates. The destination IP address and wildcard mask are used to indicate the final destination of the network traffic</a:t>
            </a:r>
          </a:p>
          <a:p>
            <a:r>
              <a:rPr lang="en-US" altLang="zh-CN"/>
              <a:t>The command to apply the standard or extended numbered ACL:</a:t>
            </a:r>
          </a:p>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14620BA6-0B5E-4FE3-B287-47EA95511665}"/>
              </a:ext>
            </a:extLst>
          </p:cNvPr>
          <p:cNvSpPr>
            <a:spLocks noGrp="1" noRot="1" noChangeAspect="1" noChangeArrowheads="1" noTextEdit="1"/>
          </p:cNvSpPr>
          <p:nvPr>
            <p:ph type="sldImg"/>
          </p:nvPr>
        </p:nvSpPr>
        <p:spPr>
          <a:ln/>
        </p:spPr>
      </p:sp>
      <p:sp>
        <p:nvSpPr>
          <p:cNvPr id="173059" name="Rectangle 3">
            <a:extLst>
              <a:ext uri="{FF2B5EF4-FFF2-40B4-BE49-F238E27FC236}">
                <a16:creationId xmlns:a16="http://schemas.microsoft.com/office/drawing/2014/main" id="{259EB0E3-044A-4FCD-BAF8-E6877EE1C9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远程登陆限制</a:t>
            </a:r>
            <a:r>
              <a:rPr lang="en-US" altLang="zh-CN"/>
              <a:t>,</a:t>
            </a:r>
            <a:r>
              <a:rPr lang="zh-CN" altLang="en-US"/>
              <a:t>只能从</a:t>
            </a:r>
            <a:r>
              <a:rPr lang="en-US" altLang="zh-CN"/>
              <a:t>192.168.1.10</a:t>
            </a:r>
            <a:r>
              <a:rPr lang="zh-CN" altLang="en-US"/>
              <a:t>登陆</a:t>
            </a:r>
            <a:r>
              <a:rPr lang="en-US" altLang="zh-CN"/>
              <a:t>,</a:t>
            </a:r>
            <a:r>
              <a:rPr lang="zh-CN" altLang="en-US"/>
              <a:t>其他</a:t>
            </a:r>
            <a:r>
              <a:rPr lang="en-US" altLang="zh-CN"/>
              <a:t>Deny</a:t>
            </a:r>
          </a:p>
          <a:p>
            <a:r>
              <a:rPr lang="zh-CN" altLang="en-US"/>
              <a:t>网络大赛经常要求</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2A858C56-B375-4FFA-B9D8-DEA7F2474F0A}"/>
              </a:ext>
            </a:extLst>
          </p:cNvPr>
          <p:cNvSpPr>
            <a:spLocks noGrp="1" noRot="1" noChangeAspect="1" noChangeArrowheads="1" noTextEdit="1"/>
          </p:cNvSpPr>
          <p:nvPr>
            <p:ph type="sldImg"/>
          </p:nvPr>
        </p:nvSpPr>
        <p:spPr>
          <a:ln/>
        </p:spPr>
      </p:sp>
      <p:sp>
        <p:nvSpPr>
          <p:cNvPr id="174083" name="Rectangle 3">
            <a:extLst>
              <a:ext uri="{FF2B5EF4-FFF2-40B4-BE49-F238E27FC236}">
                <a16:creationId xmlns:a16="http://schemas.microsoft.com/office/drawing/2014/main" id="{CC3397FE-24BE-4CAA-AA55-5B42A2EFE1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Established</a:t>
            </a:r>
            <a:r>
              <a:rPr lang="zh-CN" altLang="en-US"/>
              <a:t>作用</a:t>
            </a:r>
            <a:r>
              <a:rPr lang="en-US" altLang="zh-CN"/>
              <a:t>:</a:t>
            </a:r>
            <a:r>
              <a:rPr lang="zh-CN" altLang="en-US"/>
              <a:t>防止</a:t>
            </a:r>
            <a:r>
              <a:rPr lang="en-US" altLang="zh-CN"/>
              <a:t>TCP SYN</a:t>
            </a:r>
            <a:r>
              <a:rPr lang="zh-CN" altLang="en-US"/>
              <a:t>攻击</a:t>
            </a:r>
            <a:r>
              <a:rPr lang="en-US" altLang="zh-CN"/>
              <a:t>.</a:t>
            </a:r>
            <a:r>
              <a:rPr lang="zh-CN" altLang="en-US"/>
              <a:t>外界主动发起的连接请求被拒绝</a:t>
            </a:r>
            <a:r>
              <a:rPr lang="en-US" altLang="zh-CN"/>
              <a:t>,</a:t>
            </a:r>
            <a:r>
              <a:rPr lang="zh-CN" altLang="en-US"/>
              <a:t>内部的连接请求放行</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06154BE9-410B-4FEF-A084-8AACC2FBB634}"/>
              </a:ext>
            </a:extLst>
          </p:cNvPr>
          <p:cNvSpPr>
            <a:spLocks noGrp="1" noRot="1" noChangeAspect="1" noChangeArrowheads="1" noTextEdit="1"/>
          </p:cNvSpPr>
          <p:nvPr>
            <p:ph type="sldImg"/>
          </p:nvPr>
        </p:nvSpPr>
        <p:spPr>
          <a:xfrm>
            <a:off x="1081088" y="303213"/>
            <a:ext cx="4702175" cy="3527425"/>
          </a:xfrm>
          <a:ln/>
        </p:spPr>
      </p:sp>
      <p:sp>
        <p:nvSpPr>
          <p:cNvPr id="176131" name="Rectangle 3">
            <a:extLst>
              <a:ext uri="{FF2B5EF4-FFF2-40B4-BE49-F238E27FC236}">
                <a16:creationId xmlns:a16="http://schemas.microsoft.com/office/drawing/2014/main" id="{F9CB25B0-C40A-4D33-A3D1-65AD99D9B1E0}"/>
              </a:ext>
            </a:extLst>
          </p:cNvPr>
          <p:cNvSpPr>
            <a:spLocks noGrp="1" noChangeArrowheads="1"/>
          </p:cNvSpPr>
          <p:nvPr>
            <p:ph type="body" idx="1"/>
          </p:nvPr>
        </p:nvSpPr>
        <p:spPr>
          <a:xfrm>
            <a:off x="523875" y="4052888"/>
            <a:ext cx="5835650" cy="45799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88" tIns="43244" rIns="86488" bIns="43244"/>
          <a:lstStyle/>
          <a:p>
            <a:endParaRPr lang="zh-CN" altLang="en-US" b="1"/>
          </a:p>
          <a:p>
            <a:endParaRPr lang="zh-CN" altLang="en-US" b="1"/>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18E0E15C-FAA5-4CF2-8BC6-AB1B1B692F10}"/>
              </a:ext>
            </a:extLst>
          </p:cNvPr>
          <p:cNvSpPr>
            <a:spLocks noGrp="1" noRot="1" noChangeAspect="1" noChangeArrowheads="1" noTextEdit="1"/>
          </p:cNvSpPr>
          <p:nvPr>
            <p:ph type="sldImg"/>
          </p:nvPr>
        </p:nvSpPr>
        <p:spPr>
          <a:xfrm>
            <a:off x="1103313" y="303213"/>
            <a:ext cx="4702175" cy="3527425"/>
          </a:xfrm>
          <a:ln/>
        </p:spPr>
      </p:sp>
      <p:sp>
        <p:nvSpPr>
          <p:cNvPr id="178179" name="Rectangle 3">
            <a:extLst>
              <a:ext uri="{FF2B5EF4-FFF2-40B4-BE49-F238E27FC236}">
                <a16:creationId xmlns:a16="http://schemas.microsoft.com/office/drawing/2014/main" id="{CD8F3FC2-3D2E-4AA7-9F4C-23E445CDEC7A}"/>
              </a:ext>
            </a:extLst>
          </p:cNvPr>
          <p:cNvSpPr>
            <a:spLocks noGrp="1" noChangeArrowheads="1"/>
          </p:cNvSpPr>
          <p:nvPr>
            <p:ph type="body" idx="1"/>
          </p:nvPr>
        </p:nvSpPr>
        <p:spPr>
          <a:xfrm>
            <a:off x="523875" y="4052888"/>
            <a:ext cx="5835650" cy="45831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88" tIns="43244" rIns="86488" bIns="43244"/>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a:extLst>
              <a:ext uri="{FF2B5EF4-FFF2-40B4-BE49-F238E27FC236}">
                <a16:creationId xmlns:a16="http://schemas.microsoft.com/office/drawing/2014/main" id="{0D38F1B8-09BA-4A47-A679-8AC041A93F1F}"/>
              </a:ext>
            </a:extLst>
          </p:cNvPr>
          <p:cNvSpPr>
            <a:spLocks noGrp="1" noRot="1" noChangeAspect="1" noChangeArrowheads="1" noTextEdit="1"/>
          </p:cNvSpPr>
          <p:nvPr>
            <p:ph type="sldImg"/>
          </p:nvPr>
        </p:nvSpPr>
        <p:spPr>
          <a:xfrm>
            <a:off x="842963" y="241300"/>
            <a:ext cx="5233987" cy="3925888"/>
          </a:xfrm>
          <a:ln/>
        </p:spPr>
      </p:sp>
      <p:sp>
        <p:nvSpPr>
          <p:cNvPr id="189443" name="Rectangle 3">
            <a:extLst>
              <a:ext uri="{FF2B5EF4-FFF2-40B4-BE49-F238E27FC236}">
                <a16:creationId xmlns:a16="http://schemas.microsoft.com/office/drawing/2014/main" id="{CBDDF7BE-BEA3-4AFD-91E5-8AE7AB62A088}"/>
              </a:ext>
            </a:extLst>
          </p:cNvPr>
          <p:cNvSpPr>
            <a:spLocks noGrp="1" noChangeArrowheads="1"/>
          </p:cNvSpPr>
          <p:nvPr>
            <p:ph type="body" idx="1"/>
          </p:nvPr>
        </p:nvSpPr>
        <p:spPr>
          <a:xfrm>
            <a:off x="395288" y="4306888"/>
            <a:ext cx="598805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DEE7C3C3-F36A-4556-B7FD-686BEEA7A23D}"/>
              </a:ext>
            </a:extLst>
          </p:cNvPr>
          <p:cNvSpPr>
            <a:spLocks noGrp="1" noRot="1" noChangeAspect="1" noChangeArrowheads="1" noTextEdit="1"/>
          </p:cNvSpPr>
          <p:nvPr>
            <p:ph type="sldImg"/>
          </p:nvPr>
        </p:nvSpPr>
        <p:spPr>
          <a:xfrm>
            <a:off x="842963" y="241300"/>
            <a:ext cx="5233987" cy="3925888"/>
          </a:xfrm>
          <a:ln/>
        </p:spPr>
      </p:sp>
      <p:sp>
        <p:nvSpPr>
          <p:cNvPr id="198659" name="Rectangle 3">
            <a:extLst>
              <a:ext uri="{FF2B5EF4-FFF2-40B4-BE49-F238E27FC236}">
                <a16:creationId xmlns:a16="http://schemas.microsoft.com/office/drawing/2014/main" id="{D66B09CF-EEFE-4BDE-8C9A-E0BC280C0073}"/>
              </a:ext>
            </a:extLst>
          </p:cNvPr>
          <p:cNvSpPr>
            <a:spLocks noGrp="1" noChangeArrowheads="1"/>
          </p:cNvSpPr>
          <p:nvPr>
            <p:ph type="body" idx="1"/>
          </p:nvPr>
        </p:nvSpPr>
        <p:spPr>
          <a:xfrm>
            <a:off x="395288" y="4306888"/>
            <a:ext cx="598805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a:extLst>
              <a:ext uri="{FF2B5EF4-FFF2-40B4-BE49-F238E27FC236}">
                <a16:creationId xmlns:a16="http://schemas.microsoft.com/office/drawing/2014/main" id="{CEDDAF48-D6AC-4A1A-9E98-63D66E482C00}"/>
              </a:ext>
            </a:extLst>
          </p:cNvPr>
          <p:cNvSpPr>
            <a:spLocks noGrp="1" noRot="1" noChangeAspect="1" noChangeArrowheads="1" noTextEdit="1"/>
          </p:cNvSpPr>
          <p:nvPr>
            <p:ph type="sldImg"/>
          </p:nvPr>
        </p:nvSpPr>
        <p:spPr>
          <a:xfrm>
            <a:off x="842963" y="241300"/>
            <a:ext cx="5233987" cy="3925888"/>
          </a:xfrm>
          <a:ln/>
        </p:spPr>
      </p:sp>
      <p:sp>
        <p:nvSpPr>
          <p:cNvPr id="199683" name="Rectangle 3">
            <a:extLst>
              <a:ext uri="{FF2B5EF4-FFF2-40B4-BE49-F238E27FC236}">
                <a16:creationId xmlns:a16="http://schemas.microsoft.com/office/drawing/2014/main" id="{A43A161B-66AC-471F-B2F7-1C03AAAEAC4E}"/>
              </a:ext>
            </a:extLst>
          </p:cNvPr>
          <p:cNvSpPr>
            <a:spLocks noGrp="1" noChangeArrowheads="1"/>
          </p:cNvSpPr>
          <p:nvPr>
            <p:ph type="body" idx="1"/>
          </p:nvPr>
        </p:nvSpPr>
        <p:spPr>
          <a:xfrm>
            <a:off x="395288" y="4306888"/>
            <a:ext cx="5988050"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a:extLst>
              <a:ext uri="{FF2B5EF4-FFF2-40B4-BE49-F238E27FC236}">
                <a16:creationId xmlns:a16="http://schemas.microsoft.com/office/drawing/2014/main" id="{414311CC-0014-4C7A-8251-63B490D9C24A}"/>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400" b="1">
                <a:solidFill>
                  <a:schemeClr val="tx1"/>
                </a:solidFill>
                <a:latin typeface="Arial" panose="020B0604020202020204" pitchFamily="34" charset="0"/>
              </a:defRPr>
            </a:lvl1pPr>
            <a:lvl2pPr marL="742950" indent="-285750" eaLnBrk="0" hangingPunct="0">
              <a:defRPr sz="3400" b="1">
                <a:solidFill>
                  <a:schemeClr val="tx1"/>
                </a:solidFill>
                <a:latin typeface="Arial" panose="020B0604020202020204" pitchFamily="34" charset="0"/>
              </a:defRPr>
            </a:lvl2pPr>
            <a:lvl3pPr marL="1143000" indent="-228600" eaLnBrk="0" hangingPunct="0">
              <a:defRPr sz="3400" b="1">
                <a:solidFill>
                  <a:schemeClr val="tx1"/>
                </a:solidFill>
                <a:latin typeface="Arial" panose="020B0604020202020204" pitchFamily="34" charset="0"/>
              </a:defRPr>
            </a:lvl3pPr>
            <a:lvl4pPr marL="1600200" indent="-228600" eaLnBrk="0" hangingPunct="0">
              <a:defRPr sz="3400" b="1">
                <a:solidFill>
                  <a:schemeClr val="tx1"/>
                </a:solidFill>
                <a:latin typeface="Arial" panose="020B0604020202020204" pitchFamily="34" charset="0"/>
              </a:defRPr>
            </a:lvl4pPr>
            <a:lvl5pPr marL="2057400" indent="-228600" eaLnBrk="0" hangingPunct="0">
              <a:defRPr sz="3400" b="1">
                <a:solidFill>
                  <a:schemeClr val="tx1"/>
                </a:solidFill>
                <a:latin typeface="Arial" panose="020B0604020202020204" pitchFamily="34" charset="0"/>
              </a:defRPr>
            </a:lvl5pPr>
            <a:lvl6pPr marL="2514600" indent="-228600" eaLnBrk="0" fontAlgn="base" hangingPunct="0">
              <a:spcBef>
                <a:spcPct val="0"/>
              </a:spcBef>
              <a:spcAft>
                <a:spcPct val="0"/>
              </a:spcAft>
              <a:defRPr sz="3400" b="1">
                <a:solidFill>
                  <a:schemeClr val="tx1"/>
                </a:solidFill>
                <a:latin typeface="Arial" panose="020B0604020202020204" pitchFamily="34" charset="0"/>
              </a:defRPr>
            </a:lvl6pPr>
            <a:lvl7pPr marL="2971800" indent="-228600" eaLnBrk="0" fontAlgn="base" hangingPunct="0">
              <a:spcBef>
                <a:spcPct val="0"/>
              </a:spcBef>
              <a:spcAft>
                <a:spcPct val="0"/>
              </a:spcAft>
              <a:defRPr sz="3400" b="1">
                <a:solidFill>
                  <a:schemeClr val="tx1"/>
                </a:solidFill>
                <a:latin typeface="Arial" panose="020B0604020202020204" pitchFamily="34" charset="0"/>
              </a:defRPr>
            </a:lvl7pPr>
            <a:lvl8pPr marL="3429000" indent="-228600" eaLnBrk="0" fontAlgn="base" hangingPunct="0">
              <a:spcBef>
                <a:spcPct val="0"/>
              </a:spcBef>
              <a:spcAft>
                <a:spcPct val="0"/>
              </a:spcAft>
              <a:defRPr sz="3400" b="1">
                <a:solidFill>
                  <a:schemeClr val="tx1"/>
                </a:solidFill>
                <a:latin typeface="Arial" panose="020B0604020202020204" pitchFamily="34" charset="0"/>
              </a:defRPr>
            </a:lvl8pPr>
            <a:lvl9pPr marL="3886200" indent="-228600" eaLnBrk="0" fontAlgn="base" hangingPunct="0">
              <a:spcBef>
                <a:spcPct val="0"/>
              </a:spcBef>
              <a:spcAft>
                <a:spcPct val="0"/>
              </a:spcAft>
              <a:defRPr sz="3400" b="1">
                <a:solidFill>
                  <a:schemeClr val="tx1"/>
                </a:solidFill>
                <a:latin typeface="Arial" panose="020B0604020202020204" pitchFamily="34" charset="0"/>
              </a:defRPr>
            </a:lvl9pPr>
          </a:lstStyle>
          <a:p>
            <a:pPr algn="r">
              <a:lnSpc>
                <a:spcPct val="95000"/>
              </a:lnSpc>
              <a:spcBef>
                <a:spcPct val="50000"/>
              </a:spcBef>
              <a:buClr>
                <a:schemeClr val="folHlink"/>
              </a:buClr>
              <a:buFont typeface="Arial" panose="020B0604020202020204" pitchFamily="34" charset="0"/>
              <a:buChar char="•"/>
            </a:pPr>
            <a:fld id="{C2CE13C5-8726-462E-91C2-3CCBAEDABA37}" type="slidenum">
              <a:rPr lang="zh-CN" altLang="en-US" sz="1200"/>
              <a:pPr algn="r">
                <a:lnSpc>
                  <a:spcPct val="95000"/>
                </a:lnSpc>
                <a:spcBef>
                  <a:spcPct val="50000"/>
                </a:spcBef>
                <a:buClr>
                  <a:schemeClr val="folHlink"/>
                </a:buClr>
                <a:buFont typeface="Arial" panose="020B0604020202020204" pitchFamily="34" charset="0"/>
                <a:buChar char="•"/>
              </a:pPr>
              <a:t>58</a:t>
            </a:fld>
            <a:endParaRPr lang="en-US" altLang="zh-CN" sz="1200"/>
          </a:p>
        </p:txBody>
      </p:sp>
      <p:sp>
        <p:nvSpPr>
          <p:cNvPr id="273411" name="Rectangle 2">
            <a:extLst>
              <a:ext uri="{FF2B5EF4-FFF2-40B4-BE49-F238E27FC236}">
                <a16:creationId xmlns:a16="http://schemas.microsoft.com/office/drawing/2014/main" id="{BDF293EE-0C15-48FD-93DB-D85C91CD1716}"/>
              </a:ext>
            </a:extLst>
          </p:cNvPr>
          <p:cNvSpPr>
            <a:spLocks noGrp="1" noRot="1" noChangeAspect="1" noChangeArrowheads="1" noTextEdit="1"/>
          </p:cNvSpPr>
          <p:nvPr>
            <p:ph type="sldImg"/>
          </p:nvPr>
        </p:nvSpPr>
        <p:spPr>
          <a:solidFill>
            <a:srgbClr val="FFFFFF"/>
          </a:solidFill>
          <a:ln/>
        </p:spPr>
      </p:sp>
      <p:sp>
        <p:nvSpPr>
          <p:cNvPr id="273412" name="Rectangle 3">
            <a:extLst>
              <a:ext uri="{FF2B5EF4-FFF2-40B4-BE49-F238E27FC236}">
                <a16:creationId xmlns:a16="http://schemas.microsoft.com/office/drawing/2014/main" id="{0D9A8146-A053-48B5-9B08-9D62E726894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zh-CN">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PPt_CoverArt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93888"/>
            <a:ext cx="9140825" cy="244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p:cNvSpPr>
            <a:spLocks noChangeArrowheads="1"/>
          </p:cNvSpPr>
          <p:nvPr/>
        </p:nvSpPr>
        <p:spPr bwMode="auto">
          <a:xfrm>
            <a:off x="4498975" y="6670675"/>
            <a:ext cx="234791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p>
            <a:pPr algn="l" defTabSz="814365">
              <a:lnSpc>
                <a:spcPct val="100000"/>
              </a:lnSpc>
              <a:buNone/>
            </a:pPr>
            <a:r>
              <a:rPr lang="zh-CN" sz="700" b="0" i="0">
                <a:solidFill>
                  <a:srgbClr val="D3D3D3"/>
                </a:solidFill>
                <a:latin typeface="Arial"/>
                <a:ea typeface="+mn-ea"/>
                <a:cs typeface="+mn-cs"/>
              </a:rPr>
              <a:t>© 2007 – 2010, Cisco Systems, Inc. 保留所有权利。</a:t>
            </a:r>
          </a:p>
        </p:txBody>
      </p:sp>
      <p:sp>
        <p:nvSpPr>
          <p:cNvPr id="6" name="Rectangle 4"/>
          <p:cNvSpPr>
            <a:spLocks noChangeArrowheads="1"/>
          </p:cNvSpPr>
          <p:nvPr/>
        </p:nvSpPr>
        <p:spPr bwMode="auto">
          <a:xfrm>
            <a:off x="7123113" y="6672263"/>
            <a:ext cx="6508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65">
              <a:lnSpc>
                <a:spcPct val="100000"/>
              </a:lnSpc>
              <a:buNone/>
            </a:pPr>
            <a:r>
              <a:rPr lang="zh-CN" sz="700" b="0" i="0">
                <a:solidFill>
                  <a:srgbClr val="D3D3D3"/>
                </a:solidFill>
                <a:latin typeface="Arial"/>
                <a:ea typeface="+mn-ea"/>
                <a:cs typeface="+mn-cs"/>
              </a:rPr>
              <a:t>思科公开信息</a:t>
            </a:r>
          </a:p>
        </p:txBody>
      </p:sp>
      <p:sp>
        <p:nvSpPr>
          <p:cNvPr id="7" name="Rectangle 5"/>
          <p:cNvSpPr>
            <a:spLocks noChangeArrowheads="1"/>
          </p:cNvSpPr>
          <p:nvPr/>
        </p:nvSpPr>
        <p:spPr bwMode="auto">
          <a:xfrm>
            <a:off x="193675" y="6562725"/>
            <a:ext cx="962025"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nchor="b">
            <a:spAutoFit/>
          </a:bodyPr>
          <a:lstStyle/>
          <a:p>
            <a:pPr algn="l" defTabSz="814365">
              <a:lnSpc>
                <a:spcPct val="100000"/>
              </a:lnSpc>
              <a:buNone/>
            </a:pPr>
            <a:r>
              <a:rPr lang="zh-CN" sz="700" b="0" i="0">
                <a:solidFill>
                  <a:srgbClr val="D3D3D3"/>
                </a:solidFill>
                <a:latin typeface="Arial"/>
                <a:ea typeface="+mn-ea"/>
                <a:cs typeface="+mn-cs"/>
              </a:rPr>
              <a:t>ITE PC v4.1</a:t>
            </a:r>
          </a:p>
          <a:p>
            <a:pPr algn="l" defTabSz="814365">
              <a:lnSpc>
                <a:spcPct val="100000"/>
              </a:lnSpc>
              <a:buNone/>
            </a:pPr>
            <a:r>
              <a:rPr lang="zh-CN" sz="700" b="0" i="0">
                <a:solidFill>
                  <a:srgbClr val="D3D3D3"/>
                </a:solidFill>
                <a:latin typeface="Arial"/>
                <a:ea typeface="+mn-ea"/>
                <a:cs typeface="+mn-cs"/>
              </a:rPr>
              <a:t>第 1 章</a:t>
            </a:r>
          </a:p>
        </p:txBody>
      </p:sp>
      <p:sp>
        <p:nvSpPr>
          <p:cNvPr id="8" name="Rectangle 6"/>
          <p:cNvSpPr>
            <a:spLocks noChangeArrowheads="1"/>
          </p:cNvSpPr>
          <p:nvPr/>
        </p:nvSpPr>
        <p:spPr bwMode="auto">
          <a:xfrm>
            <a:off x="8596313" y="6626225"/>
            <a:ext cx="320675"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2124" tIns="41061" rIns="82124" bIns="41061" anchor="b">
            <a:spAutoFit/>
          </a:bodyPr>
          <a:lstStyle/>
          <a:p>
            <a:pPr algn="r" defTabSz="814365">
              <a:lnSpc>
                <a:spcPct val="100000"/>
              </a:lnSpc>
              <a:buNone/>
            </a:pPr>
            <a:fld id="{14175902-A877-41A6-8074-EFDE366EA7FD}" type="slidenum">
              <a:rPr lang="fr-FR" altLang="zh-CN" sz="1000" b="0" i="0">
                <a:solidFill>
                  <a:srgbClr val="D3D3D3"/>
                </a:solidFill>
                <a:latin typeface="Arial"/>
                <a:ea typeface="+mn-ea"/>
                <a:cs typeface="+mn-cs"/>
              </a:rPr>
              <a:pPr algn="r" defTabSz="814365">
                <a:lnSpc>
                  <a:spcPct val="100000"/>
                </a:lnSpc>
                <a:buNone/>
              </a:pPr>
              <a:t>‹#›</a:t>
            </a:fld>
            <a:endParaRPr lang="en-US" sz="1000">
              <a:solidFill>
                <a:srgbClr val="D3D3D3"/>
              </a:solidFill>
            </a:endParaRPr>
          </a:p>
        </p:txBody>
      </p:sp>
      <p:pic>
        <p:nvPicPr>
          <p:cNvPr id="9" name="Picture 9" descr="Cisco_New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3225" y="5940425"/>
            <a:ext cx="3354388"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0" descr="Cisc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063" y="119063"/>
            <a:ext cx="11715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47" name="Rectangle 7"/>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a:t>Click To Edit Master Title Style</a:t>
            </a:r>
          </a:p>
        </p:txBody>
      </p:sp>
      <p:sp>
        <p:nvSpPr>
          <p:cNvPr id="1290248" name="Rectangle 8"/>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a:t>Click to Edit Master Subtitle Style</a:t>
            </a:r>
          </a:p>
        </p:txBody>
      </p:sp>
    </p:spTree>
    <p:extLst>
      <p:ext uri="{BB962C8B-B14F-4D97-AF65-F5344CB8AC3E}">
        <p14:creationId xmlns:p14="http://schemas.microsoft.com/office/powerpoint/2010/main" val="3706937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8124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3445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2288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6267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8146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2069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31058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67040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6825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7640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55638" y="798513"/>
            <a:ext cx="8145462" cy="838200"/>
          </a:xfrm>
        </p:spPr>
        <p:txBody>
          <a:bodyPr/>
          <a:lstStyle/>
          <a:p>
            <a:r>
              <a:rPr lang="en-US"/>
              <a:t>Click to edit Master title style</a:t>
            </a:r>
          </a:p>
        </p:txBody>
      </p:sp>
      <p:sp>
        <p:nvSpPr>
          <p:cNvPr id="3" name="Table Placeholder 2"/>
          <p:cNvSpPr>
            <a:spLocks noGrp="1"/>
          </p:cNvSpPr>
          <p:nvPr>
            <p:ph type="tbl" idx="1"/>
          </p:nvPr>
        </p:nvSpPr>
        <p:spPr>
          <a:xfrm>
            <a:off x="655638" y="2014538"/>
            <a:ext cx="7940675" cy="3571875"/>
          </a:xfrm>
        </p:spPr>
        <p:txBody>
          <a:bodyPr/>
          <a:lstStyle/>
          <a:p>
            <a:pPr lvl="0"/>
            <a:endParaRPr lang="en-US" noProof="0" dirty="0"/>
          </a:p>
        </p:txBody>
      </p:sp>
    </p:spTree>
    <p:extLst>
      <p:ext uri="{BB962C8B-B14F-4D97-AF65-F5344CB8AC3E}">
        <p14:creationId xmlns:p14="http://schemas.microsoft.com/office/powerpoint/2010/main" val="26227851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8" descr="PPt_4face_021208.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911350"/>
            <a:ext cx="914400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80"/>
          <p:cNvSpPr>
            <a:spLocks noChangeArrowheads="1"/>
          </p:cNvSpPr>
          <p:nvPr/>
        </p:nvSpPr>
        <p:spPr bwMode="auto">
          <a:xfrm>
            <a:off x="193675" y="6672263"/>
            <a:ext cx="96202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nchor="b">
            <a:spAutoFit/>
          </a:bodyPr>
          <a:lstStyle/>
          <a:p>
            <a:pPr algn="l" defTabSz="814365">
              <a:lnSpc>
                <a:spcPct val="100000"/>
              </a:lnSpc>
              <a:buNone/>
            </a:pPr>
            <a:r>
              <a:rPr lang="zh-CN" sz="700" b="0" i="0">
                <a:solidFill>
                  <a:srgbClr val="D3D3D3"/>
                </a:solidFill>
                <a:latin typeface="Arial"/>
                <a:ea typeface="+mn-ea"/>
                <a:cs typeface="+mn-cs"/>
              </a:rPr>
              <a:t>Presentation_ID</a:t>
            </a:r>
          </a:p>
        </p:txBody>
      </p:sp>
      <p:sp>
        <p:nvSpPr>
          <p:cNvPr id="8" name="Rectangle 281"/>
          <p:cNvSpPr>
            <a:spLocks noChangeArrowheads="1"/>
          </p:cNvSpPr>
          <p:nvPr/>
        </p:nvSpPr>
        <p:spPr bwMode="auto">
          <a:xfrm>
            <a:off x="8596313" y="6626225"/>
            <a:ext cx="320675"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2124" tIns="41061" rIns="82124" bIns="41061" anchor="b">
            <a:spAutoFit/>
          </a:bodyPr>
          <a:lstStyle/>
          <a:p>
            <a:pPr algn="r" defTabSz="814365">
              <a:lnSpc>
                <a:spcPct val="100000"/>
              </a:lnSpc>
              <a:buNone/>
            </a:pPr>
            <a:fld id="{5303E40A-7AD1-4156-8827-744348D394CD}" type="slidenum">
              <a:rPr lang="fr-FR" altLang="zh-CN" sz="1000" b="0" i="0">
                <a:solidFill>
                  <a:srgbClr val="D3D3D3"/>
                </a:solidFill>
                <a:latin typeface="Arial"/>
                <a:ea typeface="+mn-ea"/>
                <a:cs typeface="+mn-cs"/>
              </a:rPr>
              <a:pPr algn="r" defTabSz="814365">
                <a:lnSpc>
                  <a:spcPct val="100000"/>
                </a:lnSpc>
                <a:buNone/>
              </a:pPr>
              <a:t>‹#›</a:t>
            </a:fld>
            <a:endParaRPr lang="en-US" sz="1000">
              <a:solidFill>
                <a:srgbClr val="D3D3D3"/>
              </a:solidFill>
            </a:endParaRPr>
          </a:p>
        </p:txBody>
      </p:sp>
      <p:pic>
        <p:nvPicPr>
          <p:cNvPr id="9" name="Picture 331" descr="Cisco_New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3225" y="5940425"/>
            <a:ext cx="3354388"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33" descr="Cisc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063" y="119063"/>
            <a:ext cx="11715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873" name="Rectangle 209"/>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a:t>Click to edit Master title style</a:t>
            </a:r>
          </a:p>
        </p:txBody>
      </p:sp>
      <p:sp>
        <p:nvSpPr>
          <p:cNvPr id="369874" name="Rectangle 210"/>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a:t>Click to edit Master subtitle style</a:t>
            </a:r>
          </a:p>
        </p:txBody>
      </p:sp>
      <p:sp>
        <p:nvSpPr>
          <p:cNvPr id="11" name="Rectangle 6312"/>
          <p:cNvSpPr>
            <a:spLocks noChangeArrowheads="1"/>
          </p:cNvSpPr>
          <p:nvPr userDrawn="1"/>
        </p:nvSpPr>
        <p:spPr bwMode="auto">
          <a:xfrm>
            <a:off x="5337175" y="6672263"/>
            <a:ext cx="1925949" cy="19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p>
            <a:pPr algn="l" defTabSz="814365">
              <a:lnSpc>
                <a:spcPct val="100000"/>
              </a:lnSpc>
              <a:buNone/>
            </a:pPr>
            <a:r>
              <a:rPr lang="en-US" altLang="zh-CN" sz="700" b="0" i="0" noProof="0" dirty="0">
                <a:solidFill>
                  <a:srgbClr val="D3D3D3"/>
                </a:solidFill>
                <a:latin typeface="Arial" pitchFamily="34" charset="0"/>
                <a:ea typeface="黑体" pitchFamily="49" charset="-122"/>
                <a:cs typeface="Arial" pitchFamily="34" charset="0"/>
              </a:rPr>
              <a:t>© 2014</a:t>
            </a:r>
            <a:r>
              <a:rPr lang="zh-CN" altLang="en-US" sz="700" b="0" i="0" noProof="0" dirty="0">
                <a:solidFill>
                  <a:srgbClr val="D3D3D3"/>
                </a:solidFill>
                <a:latin typeface="Arial" pitchFamily="34" charset="0"/>
                <a:ea typeface="黑体" pitchFamily="49" charset="-122"/>
                <a:cs typeface="Arial" pitchFamily="34" charset="0"/>
              </a:rPr>
              <a:t> </a:t>
            </a:r>
            <a:r>
              <a:rPr lang="en-US" altLang="zh-CN" sz="700" b="0" i="0" noProof="0" dirty="0">
                <a:solidFill>
                  <a:srgbClr val="D3D3D3"/>
                </a:solidFill>
                <a:latin typeface="Arial" pitchFamily="34" charset="0"/>
                <a:ea typeface="黑体" pitchFamily="49" charset="-122"/>
                <a:cs typeface="Arial" pitchFamily="34" charset="0"/>
              </a:rPr>
              <a:t>Cisco Systems, Inc. </a:t>
            </a:r>
            <a:r>
              <a:rPr lang="zh-CN" altLang="en-US" sz="700" b="0" i="0" noProof="0" dirty="0">
                <a:solidFill>
                  <a:srgbClr val="D3D3D3"/>
                </a:solidFill>
                <a:latin typeface="Arial" pitchFamily="34" charset="0"/>
                <a:ea typeface="黑体" pitchFamily="49" charset="-122"/>
                <a:cs typeface="Arial" pitchFamily="34" charset="0"/>
              </a:rPr>
              <a:t>保留所有权利。</a:t>
            </a:r>
          </a:p>
        </p:txBody>
      </p:sp>
      <p:sp>
        <p:nvSpPr>
          <p:cNvPr id="12" name="Rectangle 6313"/>
          <p:cNvSpPr>
            <a:spLocks noChangeArrowheads="1"/>
          </p:cNvSpPr>
          <p:nvPr userDrawn="1"/>
        </p:nvSpPr>
        <p:spPr bwMode="auto">
          <a:xfrm>
            <a:off x="7159296" y="6672263"/>
            <a:ext cx="614693" cy="19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65">
              <a:lnSpc>
                <a:spcPct val="100000"/>
              </a:lnSpc>
              <a:buNone/>
            </a:pPr>
            <a:r>
              <a:rPr lang="en-US" altLang="zh-CN" sz="700" b="0" i="0" noProof="0">
                <a:solidFill>
                  <a:srgbClr val="D3D3D3"/>
                </a:solidFill>
                <a:latin typeface="Arial" pitchFamily="34" charset="0"/>
                <a:ea typeface="黑体" pitchFamily="49" charset="-122"/>
                <a:cs typeface="Arial" pitchFamily="34" charset="0"/>
              </a:rPr>
              <a:t>Cisco </a:t>
            </a:r>
            <a:r>
              <a:rPr lang="zh-CN" altLang="en-US" sz="700" b="0" i="0" noProof="0">
                <a:solidFill>
                  <a:srgbClr val="D3D3D3"/>
                </a:solidFill>
                <a:latin typeface="Arial" pitchFamily="34" charset="0"/>
                <a:ea typeface="黑体" pitchFamily="49" charset="-122"/>
                <a:cs typeface="Arial" pitchFamily="34" charset="0"/>
              </a:rPr>
              <a:t>机密</a:t>
            </a:r>
          </a:p>
        </p:txBody>
      </p:sp>
    </p:spTree>
    <p:extLst>
      <p:ext uri="{BB962C8B-B14F-4D97-AF65-F5344CB8AC3E}">
        <p14:creationId xmlns:p14="http://schemas.microsoft.com/office/powerpoint/2010/main" val="40717676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82291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2445806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27359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13517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968335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83391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694980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26603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53784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68824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5.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55638" y="798513"/>
            <a:ext cx="81454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82124" tIns="41061" rIns="82124" bIns="41061" numCol="1" anchor="b" anchorCtr="0" compatLnSpc="1">
            <a:prstTxWarp prst="textNoShape">
              <a:avLst/>
            </a:prstTxWarp>
          </a:bodyPr>
          <a:lstStyle/>
          <a:p>
            <a:pPr lvl="0"/>
            <a:r>
              <a:rPr lang="en-US"/>
              <a:t>Slide Title</a:t>
            </a:r>
          </a:p>
        </p:txBody>
      </p:sp>
      <p:sp>
        <p:nvSpPr>
          <p:cNvPr id="1027" name="Rectangle 4"/>
          <p:cNvSpPr>
            <a:spLocks noChangeArrowheads="1"/>
          </p:cNvSpPr>
          <p:nvPr/>
        </p:nvSpPr>
        <p:spPr bwMode="auto">
          <a:xfrm>
            <a:off x="193675" y="6562725"/>
            <a:ext cx="962025"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nchor="b">
            <a:spAutoFit/>
          </a:bodyPr>
          <a:lstStyle/>
          <a:p>
            <a:pPr algn="l" defTabSz="814365">
              <a:lnSpc>
                <a:spcPct val="100000"/>
              </a:lnSpc>
              <a:buNone/>
            </a:pPr>
            <a:r>
              <a:rPr lang="zh-CN" sz="700" b="0" i="0">
                <a:solidFill>
                  <a:srgbClr val="D3D3D3"/>
                </a:solidFill>
                <a:latin typeface="Arial"/>
                <a:ea typeface="+mn-ea"/>
                <a:cs typeface="+mn-cs"/>
              </a:rPr>
              <a:t>ITE PC v4.1</a:t>
            </a:r>
          </a:p>
          <a:p>
            <a:pPr algn="l" defTabSz="814365">
              <a:lnSpc>
                <a:spcPct val="100000"/>
              </a:lnSpc>
              <a:buNone/>
            </a:pPr>
            <a:r>
              <a:rPr lang="zh-CN" sz="700" b="0" i="0">
                <a:solidFill>
                  <a:srgbClr val="D3D3D3"/>
                </a:solidFill>
                <a:latin typeface="Arial"/>
                <a:ea typeface="+mn-ea"/>
                <a:cs typeface="+mn-cs"/>
              </a:rPr>
              <a:t>第 1 章</a:t>
            </a:r>
          </a:p>
        </p:txBody>
      </p:sp>
      <p:sp>
        <p:nvSpPr>
          <p:cNvPr id="1028" name="Rectangle 5"/>
          <p:cNvSpPr>
            <a:spLocks noChangeArrowheads="1"/>
          </p:cNvSpPr>
          <p:nvPr/>
        </p:nvSpPr>
        <p:spPr bwMode="auto">
          <a:xfrm>
            <a:off x="8596313" y="6626225"/>
            <a:ext cx="320675"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2124" tIns="41061" rIns="82124" bIns="41061" anchor="b">
            <a:spAutoFit/>
          </a:bodyPr>
          <a:lstStyle/>
          <a:p>
            <a:pPr algn="r" defTabSz="814365">
              <a:lnSpc>
                <a:spcPct val="100000"/>
              </a:lnSpc>
              <a:buNone/>
            </a:pPr>
            <a:fld id="{D24BAFCA-80F5-44F5-A63D-77FAB1422138}" type="slidenum">
              <a:rPr lang="fr-FR" altLang="zh-CN" sz="1000" b="0" i="0">
                <a:solidFill>
                  <a:srgbClr val="D3D3D3"/>
                </a:solidFill>
                <a:latin typeface="Arial"/>
                <a:ea typeface="+mn-ea"/>
                <a:cs typeface="+mn-cs"/>
              </a:rPr>
              <a:pPr algn="r" defTabSz="814365">
                <a:lnSpc>
                  <a:spcPct val="100000"/>
                </a:lnSpc>
                <a:buNone/>
              </a:pPr>
              <a:t>‹#›</a:t>
            </a:fld>
            <a:endParaRPr lang="en-US" sz="1000">
              <a:solidFill>
                <a:srgbClr val="D3D3D3"/>
              </a:solidFill>
            </a:endParaRPr>
          </a:p>
        </p:txBody>
      </p:sp>
      <p:sp>
        <p:nvSpPr>
          <p:cNvPr id="1029" name="Rectangle 6"/>
          <p:cNvSpPr>
            <a:spLocks noGrp="1" noChangeArrowheads="1"/>
          </p:cNvSpPr>
          <p:nvPr>
            <p:ph type="body" idx="1"/>
          </p:nvPr>
        </p:nvSpPr>
        <p:spPr bwMode="auto">
          <a:xfrm>
            <a:off x="655638" y="2014538"/>
            <a:ext cx="7940675"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82124" tIns="41061" rIns="82124" bIns="41061" numCol="1" anchor="t" anchorCtr="0" compatLnSpc="1">
            <a:prstTxWarp prst="textNoShape">
              <a:avLst/>
            </a:prstTxWarp>
          </a:bodyPr>
          <a:lstStyle/>
          <a:p>
            <a:pPr lvl="0"/>
            <a:r>
              <a:rPr lang="en-US"/>
              <a:t>Body Text</a:t>
            </a:r>
          </a:p>
          <a:p>
            <a:pPr lvl="1"/>
            <a:r>
              <a:rPr lang="en-US"/>
              <a:t>Second Level</a:t>
            </a:r>
          </a:p>
          <a:p>
            <a:pPr lvl="2"/>
            <a:r>
              <a:rPr lang="en-US"/>
              <a:t>Third Level</a:t>
            </a:r>
          </a:p>
          <a:p>
            <a:pPr lvl="3"/>
            <a:r>
              <a:rPr lang="en-US"/>
              <a:t>Fourth Level</a:t>
            </a:r>
          </a:p>
          <a:p>
            <a:pPr lvl="4"/>
            <a:r>
              <a:rPr lang="en-US"/>
              <a:t>Fifth Level</a:t>
            </a:r>
          </a:p>
        </p:txBody>
      </p:sp>
      <p:pic>
        <p:nvPicPr>
          <p:cNvPr id="1030" name="Picture 7" descr="PPt_TopBand_Artwork"/>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08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Rectangle 8"/>
          <p:cNvSpPr>
            <a:spLocks noChangeArrowheads="1"/>
          </p:cNvSpPr>
          <p:nvPr/>
        </p:nvSpPr>
        <p:spPr bwMode="auto">
          <a:xfrm>
            <a:off x="4498975" y="6670675"/>
            <a:ext cx="2347913"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p>
            <a:pPr algn="l" defTabSz="814365">
              <a:lnSpc>
                <a:spcPct val="100000"/>
              </a:lnSpc>
              <a:buNone/>
            </a:pPr>
            <a:r>
              <a:rPr lang="zh-CN" sz="700" b="0" i="0">
                <a:solidFill>
                  <a:srgbClr val="D3D3D3"/>
                </a:solidFill>
                <a:latin typeface="Arial"/>
                <a:ea typeface="+mn-ea"/>
                <a:cs typeface="+mn-cs"/>
              </a:rPr>
              <a:t>© 2007 – 2010, Cisco Systems, Inc. 保留所有权利。</a:t>
            </a:r>
          </a:p>
        </p:txBody>
      </p:sp>
      <p:sp>
        <p:nvSpPr>
          <p:cNvPr id="1032" name="Rectangle 9"/>
          <p:cNvSpPr>
            <a:spLocks noChangeArrowheads="1"/>
          </p:cNvSpPr>
          <p:nvPr/>
        </p:nvSpPr>
        <p:spPr bwMode="auto">
          <a:xfrm>
            <a:off x="7123113" y="6672263"/>
            <a:ext cx="6508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65">
              <a:lnSpc>
                <a:spcPct val="100000"/>
              </a:lnSpc>
              <a:buNone/>
            </a:pPr>
            <a:r>
              <a:rPr lang="zh-CN" sz="700" b="0" i="0">
                <a:solidFill>
                  <a:srgbClr val="D3D3D3"/>
                </a:solidFill>
                <a:latin typeface="Arial"/>
                <a:ea typeface="+mn-ea"/>
                <a:cs typeface="+mn-cs"/>
              </a:rPr>
              <a:t>思科公开信息</a:t>
            </a:r>
          </a:p>
        </p:txBody>
      </p:sp>
    </p:spTree>
  </p:cSld>
  <p:clrMap bg1="lt1" tx1="dk1" bg2="lt2" tx2="dk2" accent1="accent1" accent2="accent2" accent3="accent3" accent4="accent4" accent5="accent5" accent6="accent6" hlink="hlink" folHlink="folHlink"/>
  <p:sldLayoutIdLst>
    <p:sldLayoutId id="2147484255" r:id="rId1"/>
    <p:sldLayoutId id="2147484234" r:id="rId2"/>
    <p:sldLayoutId id="2147484235" r:id="rId3"/>
    <p:sldLayoutId id="2147484236" r:id="rId4"/>
    <p:sldLayoutId id="2147484237" r:id="rId5"/>
    <p:sldLayoutId id="2147484238" r:id="rId6"/>
    <p:sldLayoutId id="2147484239" r:id="rId7"/>
    <p:sldLayoutId id="2147484240" r:id="rId8"/>
    <p:sldLayoutId id="2147484241" r:id="rId9"/>
    <p:sldLayoutId id="2147484242" r:id="rId10"/>
    <p:sldLayoutId id="2147484243" r:id="rId11"/>
    <p:sldLayoutId id="2147484244" r:id="rId12"/>
  </p:sldLayoutIdLst>
  <p:txStyles>
    <p:titleStyle>
      <a:lvl1pPr algn="l" defTabSz="814388" rtl="0" eaLnBrk="0" fontAlgn="base" hangingPunct="0">
        <a:lnSpc>
          <a:spcPct val="90000"/>
        </a:lnSpc>
        <a:spcBef>
          <a:spcPct val="0"/>
        </a:spcBef>
        <a:spcAft>
          <a:spcPct val="0"/>
        </a:spcAft>
        <a:defRPr sz="3200" b="1">
          <a:solidFill>
            <a:srgbClr val="708CA1"/>
          </a:solidFill>
          <a:latin typeface="+mj-lt"/>
          <a:ea typeface="+mj-ea"/>
          <a:cs typeface="+mj-cs"/>
        </a:defRPr>
      </a:lvl1pPr>
      <a:lvl2pPr algn="l" defTabSz="814388" rtl="0" eaLnBrk="0" fontAlgn="base" hangingPunct="0">
        <a:lnSpc>
          <a:spcPct val="90000"/>
        </a:lnSpc>
        <a:spcBef>
          <a:spcPct val="0"/>
        </a:spcBef>
        <a:spcAft>
          <a:spcPct val="0"/>
        </a:spcAft>
        <a:defRPr sz="3200" b="1">
          <a:solidFill>
            <a:srgbClr val="708CA1"/>
          </a:solidFill>
          <a:latin typeface="Arial" charset="0"/>
        </a:defRPr>
      </a:lvl2pPr>
      <a:lvl3pPr algn="l" defTabSz="814388" rtl="0" eaLnBrk="0" fontAlgn="base" hangingPunct="0">
        <a:lnSpc>
          <a:spcPct val="90000"/>
        </a:lnSpc>
        <a:spcBef>
          <a:spcPct val="0"/>
        </a:spcBef>
        <a:spcAft>
          <a:spcPct val="0"/>
        </a:spcAft>
        <a:defRPr sz="3200" b="1">
          <a:solidFill>
            <a:srgbClr val="708CA1"/>
          </a:solidFill>
          <a:latin typeface="Arial" charset="0"/>
        </a:defRPr>
      </a:lvl3pPr>
      <a:lvl4pPr algn="l" defTabSz="814388" rtl="0" eaLnBrk="0" fontAlgn="base" hangingPunct="0">
        <a:lnSpc>
          <a:spcPct val="90000"/>
        </a:lnSpc>
        <a:spcBef>
          <a:spcPct val="0"/>
        </a:spcBef>
        <a:spcAft>
          <a:spcPct val="0"/>
        </a:spcAft>
        <a:defRPr sz="3200" b="1">
          <a:solidFill>
            <a:srgbClr val="708CA1"/>
          </a:solidFill>
          <a:latin typeface="Arial" charset="0"/>
        </a:defRPr>
      </a:lvl4pPr>
      <a:lvl5pPr algn="l" defTabSz="814388" rtl="0" eaLnBrk="0" fontAlgn="base" hangingPunct="0">
        <a:lnSpc>
          <a:spcPct val="90000"/>
        </a:lnSpc>
        <a:spcBef>
          <a:spcPct val="0"/>
        </a:spcBef>
        <a:spcAft>
          <a:spcPct val="0"/>
        </a:spcAft>
        <a:defRPr sz="3200" b="1">
          <a:solidFill>
            <a:srgbClr val="708CA1"/>
          </a:solidFill>
          <a:latin typeface="Arial" charset="0"/>
        </a:defRPr>
      </a:lvl5pPr>
      <a:lvl6pPr marL="457200" algn="l" defTabSz="814388" rtl="0" fontAlgn="base">
        <a:lnSpc>
          <a:spcPct val="90000"/>
        </a:lnSpc>
        <a:spcBef>
          <a:spcPct val="0"/>
        </a:spcBef>
        <a:spcAft>
          <a:spcPct val="0"/>
        </a:spcAft>
        <a:defRPr sz="3200" b="1">
          <a:solidFill>
            <a:srgbClr val="708CA1"/>
          </a:solidFill>
          <a:latin typeface="Arial" charset="0"/>
        </a:defRPr>
      </a:lvl6pPr>
      <a:lvl7pPr marL="914400" algn="l" defTabSz="814388" rtl="0" fontAlgn="base">
        <a:lnSpc>
          <a:spcPct val="90000"/>
        </a:lnSpc>
        <a:spcBef>
          <a:spcPct val="0"/>
        </a:spcBef>
        <a:spcAft>
          <a:spcPct val="0"/>
        </a:spcAft>
        <a:defRPr sz="3200" b="1">
          <a:solidFill>
            <a:srgbClr val="708CA1"/>
          </a:solidFill>
          <a:latin typeface="Arial" charset="0"/>
        </a:defRPr>
      </a:lvl7pPr>
      <a:lvl8pPr marL="1371600" algn="l" defTabSz="814388" rtl="0" fontAlgn="base">
        <a:lnSpc>
          <a:spcPct val="90000"/>
        </a:lnSpc>
        <a:spcBef>
          <a:spcPct val="0"/>
        </a:spcBef>
        <a:spcAft>
          <a:spcPct val="0"/>
        </a:spcAft>
        <a:defRPr sz="3200" b="1">
          <a:solidFill>
            <a:srgbClr val="708CA1"/>
          </a:solidFill>
          <a:latin typeface="Arial" charset="0"/>
        </a:defRPr>
      </a:lvl8pPr>
      <a:lvl9pPr marL="1828800" algn="l" defTabSz="814388" rtl="0" fontAlgn="base">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0" fontAlgn="base" hangingPunct="0">
        <a:lnSpc>
          <a:spcPct val="95000"/>
        </a:lnSpc>
        <a:spcBef>
          <a:spcPct val="35000"/>
        </a:spcBef>
        <a:spcAft>
          <a:spcPct val="0"/>
        </a:spcAft>
        <a:buClr>
          <a:srgbClr val="708CA1"/>
        </a:buClr>
        <a:defRPr sz="2000">
          <a:solidFill>
            <a:schemeClr val="tx1"/>
          </a:solidFill>
          <a:latin typeface="+mn-lt"/>
        </a:defRPr>
      </a:lvl6pPr>
      <a:lvl7pPr marL="2519363" algn="l" defTabSz="814388" rtl="0" eaLnBrk="0" fontAlgn="base" hangingPunct="0">
        <a:lnSpc>
          <a:spcPct val="95000"/>
        </a:lnSpc>
        <a:spcBef>
          <a:spcPct val="35000"/>
        </a:spcBef>
        <a:spcAft>
          <a:spcPct val="0"/>
        </a:spcAft>
        <a:buClr>
          <a:srgbClr val="708CA1"/>
        </a:buClr>
        <a:defRPr sz="2000">
          <a:solidFill>
            <a:schemeClr val="tx1"/>
          </a:solidFill>
          <a:latin typeface="+mn-lt"/>
        </a:defRPr>
      </a:lvl7pPr>
      <a:lvl8pPr marL="2976563" algn="l" defTabSz="814388" rtl="0" eaLnBrk="0" fontAlgn="base" hangingPunct="0">
        <a:lnSpc>
          <a:spcPct val="95000"/>
        </a:lnSpc>
        <a:spcBef>
          <a:spcPct val="35000"/>
        </a:spcBef>
        <a:spcAft>
          <a:spcPct val="0"/>
        </a:spcAft>
        <a:buClr>
          <a:srgbClr val="708CA1"/>
        </a:buClr>
        <a:defRPr sz="2000">
          <a:solidFill>
            <a:schemeClr val="tx1"/>
          </a:solidFill>
          <a:latin typeface="+mn-lt"/>
        </a:defRPr>
      </a:lvl8pPr>
      <a:lvl9pPr marL="3433763" algn="l" defTabSz="814388" rtl="0" eaLnBrk="0" fontAlgn="base" hangingPunct="0">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6146"/>
          <p:cNvSpPr>
            <a:spLocks noGrp="1" noChangeArrowheads="1"/>
          </p:cNvSpPr>
          <p:nvPr>
            <p:ph type="title"/>
          </p:nvPr>
        </p:nvSpPr>
        <p:spPr bwMode="auto">
          <a:xfrm>
            <a:off x="655638" y="798513"/>
            <a:ext cx="81454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82124" tIns="41061" rIns="82124" bIns="41061" numCol="1" anchor="b" anchorCtr="0" compatLnSpc="1">
            <a:prstTxWarp prst="textNoShape">
              <a:avLst/>
            </a:prstTxWarp>
          </a:bodyPr>
          <a:lstStyle/>
          <a:p>
            <a:pPr lvl="0"/>
            <a:r>
              <a:rPr lang="en-US"/>
              <a:t>Slide Title</a:t>
            </a:r>
          </a:p>
        </p:txBody>
      </p:sp>
      <p:sp>
        <p:nvSpPr>
          <p:cNvPr id="2051" name="Rectangle 6281"/>
          <p:cNvSpPr>
            <a:spLocks noChangeArrowheads="1"/>
          </p:cNvSpPr>
          <p:nvPr/>
        </p:nvSpPr>
        <p:spPr bwMode="auto">
          <a:xfrm>
            <a:off x="193675" y="6672263"/>
            <a:ext cx="96202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nchor="b">
            <a:spAutoFit/>
          </a:bodyPr>
          <a:lstStyle/>
          <a:p>
            <a:pPr algn="l" defTabSz="814365">
              <a:lnSpc>
                <a:spcPct val="100000"/>
              </a:lnSpc>
              <a:buNone/>
            </a:pPr>
            <a:r>
              <a:rPr lang="zh-CN" sz="700" b="0" i="0">
                <a:solidFill>
                  <a:srgbClr val="D3D3D3"/>
                </a:solidFill>
                <a:latin typeface="Arial"/>
                <a:ea typeface="+mn-ea"/>
                <a:cs typeface="+mn-cs"/>
              </a:rPr>
              <a:t>Presentation_ID</a:t>
            </a:r>
          </a:p>
        </p:txBody>
      </p:sp>
      <p:sp>
        <p:nvSpPr>
          <p:cNvPr id="2052" name="Rectangle 6282"/>
          <p:cNvSpPr>
            <a:spLocks noChangeArrowheads="1"/>
          </p:cNvSpPr>
          <p:nvPr/>
        </p:nvSpPr>
        <p:spPr bwMode="auto">
          <a:xfrm>
            <a:off x="8596313" y="6626225"/>
            <a:ext cx="320675"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2124" tIns="41061" rIns="82124" bIns="41061" anchor="b">
            <a:spAutoFit/>
          </a:bodyPr>
          <a:lstStyle/>
          <a:p>
            <a:pPr algn="r" defTabSz="814365">
              <a:lnSpc>
                <a:spcPct val="100000"/>
              </a:lnSpc>
              <a:buNone/>
            </a:pPr>
            <a:fld id="{42011E6B-2554-42D5-A2AE-B128CF7FCF5B}" type="slidenum">
              <a:rPr lang="fr-FR" altLang="zh-CN" sz="1000" b="0" i="0">
                <a:solidFill>
                  <a:srgbClr val="D3D3D3"/>
                </a:solidFill>
                <a:latin typeface="Arial"/>
                <a:ea typeface="+mn-ea"/>
                <a:cs typeface="+mn-cs"/>
              </a:rPr>
              <a:pPr algn="r" defTabSz="814365">
                <a:lnSpc>
                  <a:spcPct val="100000"/>
                </a:lnSpc>
                <a:buNone/>
              </a:pPr>
              <a:t>‹#›</a:t>
            </a:fld>
            <a:endParaRPr lang="en-US" sz="1000">
              <a:solidFill>
                <a:srgbClr val="D3D3D3"/>
              </a:solidFill>
            </a:endParaRPr>
          </a:p>
        </p:txBody>
      </p:sp>
      <p:sp>
        <p:nvSpPr>
          <p:cNvPr id="2053" name="Rectangle 6284"/>
          <p:cNvSpPr>
            <a:spLocks noGrp="1" noChangeArrowheads="1"/>
          </p:cNvSpPr>
          <p:nvPr>
            <p:ph type="body" idx="1"/>
          </p:nvPr>
        </p:nvSpPr>
        <p:spPr bwMode="auto">
          <a:xfrm>
            <a:off x="655638" y="2014538"/>
            <a:ext cx="7940675"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82124" tIns="41061" rIns="82124" bIns="41061" numCol="1" anchor="t" anchorCtr="0" compatLnSpc="1">
            <a:prstTxWarp prst="textNoShape">
              <a:avLst/>
            </a:prstTxWarp>
          </a:bodyPr>
          <a:lstStyle/>
          <a:p>
            <a:pPr lvl="0"/>
            <a:r>
              <a:rPr lang="en-US"/>
              <a:t>Body Text</a:t>
            </a:r>
          </a:p>
          <a:p>
            <a:pPr lvl="1"/>
            <a:r>
              <a:rPr lang="en-US"/>
              <a:t>Second Level</a:t>
            </a:r>
          </a:p>
          <a:p>
            <a:pPr lvl="2"/>
            <a:r>
              <a:rPr lang="en-US"/>
              <a:t>Third Level</a:t>
            </a:r>
          </a:p>
          <a:p>
            <a:pPr lvl="3"/>
            <a:r>
              <a:rPr lang="en-US"/>
              <a:t>Fourth Level</a:t>
            </a:r>
          </a:p>
          <a:p>
            <a:pPr lvl="4"/>
            <a:r>
              <a:rPr lang="en-US"/>
              <a:t>Fifth Level</a:t>
            </a:r>
          </a:p>
        </p:txBody>
      </p:sp>
      <p:pic>
        <p:nvPicPr>
          <p:cNvPr id="2056" name="Picture 8" descr="Rev08_Cisco_BrandBar10_060408.png"/>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312"/>
          <p:cNvSpPr>
            <a:spLocks noChangeArrowheads="1"/>
          </p:cNvSpPr>
          <p:nvPr userDrawn="1"/>
        </p:nvSpPr>
        <p:spPr bwMode="auto">
          <a:xfrm>
            <a:off x="5337175" y="6672263"/>
            <a:ext cx="1925949" cy="19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p>
            <a:pPr algn="l" defTabSz="814365">
              <a:lnSpc>
                <a:spcPct val="100000"/>
              </a:lnSpc>
              <a:buNone/>
            </a:pPr>
            <a:r>
              <a:rPr lang="en-US" altLang="zh-CN" sz="700" b="0" i="0" noProof="0" dirty="0">
                <a:solidFill>
                  <a:srgbClr val="D3D3D3"/>
                </a:solidFill>
                <a:latin typeface="Arial" pitchFamily="34" charset="0"/>
                <a:ea typeface="黑体" pitchFamily="49" charset="-122"/>
                <a:cs typeface="Arial" pitchFamily="34" charset="0"/>
              </a:rPr>
              <a:t>© 2014</a:t>
            </a:r>
            <a:r>
              <a:rPr lang="zh-CN" altLang="en-US" sz="700" b="0" i="0" noProof="0" dirty="0">
                <a:solidFill>
                  <a:srgbClr val="D3D3D3"/>
                </a:solidFill>
                <a:latin typeface="Arial" pitchFamily="34" charset="0"/>
                <a:ea typeface="黑体" pitchFamily="49" charset="-122"/>
                <a:cs typeface="Arial" pitchFamily="34" charset="0"/>
              </a:rPr>
              <a:t> </a:t>
            </a:r>
            <a:r>
              <a:rPr lang="en-US" altLang="zh-CN" sz="700" b="0" i="0" noProof="0" dirty="0">
                <a:solidFill>
                  <a:srgbClr val="D3D3D3"/>
                </a:solidFill>
                <a:latin typeface="Arial" pitchFamily="34" charset="0"/>
                <a:ea typeface="黑体" pitchFamily="49" charset="-122"/>
                <a:cs typeface="Arial" pitchFamily="34" charset="0"/>
              </a:rPr>
              <a:t>Cisco Systems, Inc. </a:t>
            </a:r>
            <a:r>
              <a:rPr lang="zh-CN" altLang="en-US" sz="700" b="0" i="0" noProof="0" dirty="0">
                <a:solidFill>
                  <a:srgbClr val="D3D3D3"/>
                </a:solidFill>
                <a:latin typeface="Arial" pitchFamily="34" charset="0"/>
                <a:ea typeface="黑体" pitchFamily="49" charset="-122"/>
                <a:cs typeface="Arial" pitchFamily="34" charset="0"/>
              </a:rPr>
              <a:t>保留所有权利。</a:t>
            </a:r>
          </a:p>
        </p:txBody>
      </p:sp>
      <p:sp>
        <p:nvSpPr>
          <p:cNvPr id="10" name="Rectangle 6313"/>
          <p:cNvSpPr>
            <a:spLocks noChangeArrowheads="1"/>
          </p:cNvSpPr>
          <p:nvPr userDrawn="1"/>
        </p:nvSpPr>
        <p:spPr bwMode="auto">
          <a:xfrm>
            <a:off x="7159296" y="6672263"/>
            <a:ext cx="614693" cy="19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p>
            <a:pPr algn="r" defTabSz="814365">
              <a:lnSpc>
                <a:spcPct val="100000"/>
              </a:lnSpc>
              <a:buNone/>
            </a:pPr>
            <a:r>
              <a:rPr lang="en-US" altLang="zh-CN" sz="700" b="0" i="0" noProof="0">
                <a:solidFill>
                  <a:srgbClr val="D3D3D3"/>
                </a:solidFill>
                <a:latin typeface="Arial" pitchFamily="34" charset="0"/>
                <a:ea typeface="黑体" pitchFamily="49" charset="-122"/>
                <a:cs typeface="Arial" pitchFamily="34" charset="0"/>
              </a:rPr>
              <a:t>Cisco </a:t>
            </a:r>
            <a:r>
              <a:rPr lang="zh-CN" altLang="en-US" sz="700" b="0" i="0" noProof="0">
                <a:solidFill>
                  <a:srgbClr val="D3D3D3"/>
                </a:solidFill>
                <a:latin typeface="Arial" pitchFamily="34" charset="0"/>
                <a:ea typeface="黑体" pitchFamily="49" charset="-122"/>
                <a:cs typeface="Arial" pitchFamily="34" charset="0"/>
              </a:rPr>
              <a:t>机密</a:t>
            </a:r>
          </a:p>
        </p:txBody>
      </p:sp>
    </p:spTree>
  </p:cSld>
  <p:clrMap bg1="lt1" tx1="dk1" bg2="lt2" tx2="dk2" accent1="accent1" accent2="accent2" accent3="accent3" accent4="accent4" accent5="accent5" accent6="accent6" hlink="hlink" folHlink="folHlink"/>
  <p:sldLayoutIdLst>
    <p:sldLayoutId id="2147484256" r:id="rId1"/>
    <p:sldLayoutId id="2147484245" r:id="rId2"/>
    <p:sldLayoutId id="2147484246" r:id="rId3"/>
    <p:sldLayoutId id="2147484247" r:id="rId4"/>
    <p:sldLayoutId id="2147484248" r:id="rId5"/>
    <p:sldLayoutId id="2147484249" r:id="rId6"/>
    <p:sldLayoutId id="2147484250" r:id="rId7"/>
    <p:sldLayoutId id="2147484251" r:id="rId8"/>
    <p:sldLayoutId id="2147484252" r:id="rId9"/>
    <p:sldLayoutId id="2147484253" r:id="rId10"/>
    <p:sldLayoutId id="2147484254" r:id="rId11"/>
  </p:sldLayoutIdLst>
  <p:txStyles>
    <p:titleStyle>
      <a:lvl1pPr algn="l" defTabSz="814388" rtl="0" eaLnBrk="0" fontAlgn="base" hangingPunct="0">
        <a:lnSpc>
          <a:spcPct val="90000"/>
        </a:lnSpc>
        <a:spcBef>
          <a:spcPct val="0"/>
        </a:spcBef>
        <a:spcAft>
          <a:spcPct val="0"/>
        </a:spcAft>
        <a:defRPr sz="3200" b="1">
          <a:solidFill>
            <a:srgbClr val="708CA1"/>
          </a:solidFill>
          <a:latin typeface="+mj-lt"/>
          <a:ea typeface="+mj-ea"/>
          <a:cs typeface="+mj-cs"/>
        </a:defRPr>
      </a:lvl1pPr>
      <a:lvl2pPr algn="l" defTabSz="814388" rtl="0" eaLnBrk="0" fontAlgn="base" hangingPunct="0">
        <a:lnSpc>
          <a:spcPct val="90000"/>
        </a:lnSpc>
        <a:spcBef>
          <a:spcPct val="0"/>
        </a:spcBef>
        <a:spcAft>
          <a:spcPct val="0"/>
        </a:spcAft>
        <a:defRPr sz="3200" b="1">
          <a:solidFill>
            <a:srgbClr val="708CA1"/>
          </a:solidFill>
          <a:latin typeface="Arial" charset="0"/>
        </a:defRPr>
      </a:lvl2pPr>
      <a:lvl3pPr algn="l" defTabSz="814388" rtl="0" eaLnBrk="0" fontAlgn="base" hangingPunct="0">
        <a:lnSpc>
          <a:spcPct val="90000"/>
        </a:lnSpc>
        <a:spcBef>
          <a:spcPct val="0"/>
        </a:spcBef>
        <a:spcAft>
          <a:spcPct val="0"/>
        </a:spcAft>
        <a:defRPr sz="3200" b="1">
          <a:solidFill>
            <a:srgbClr val="708CA1"/>
          </a:solidFill>
          <a:latin typeface="Arial" charset="0"/>
        </a:defRPr>
      </a:lvl3pPr>
      <a:lvl4pPr algn="l" defTabSz="814388" rtl="0" eaLnBrk="0" fontAlgn="base" hangingPunct="0">
        <a:lnSpc>
          <a:spcPct val="90000"/>
        </a:lnSpc>
        <a:spcBef>
          <a:spcPct val="0"/>
        </a:spcBef>
        <a:spcAft>
          <a:spcPct val="0"/>
        </a:spcAft>
        <a:defRPr sz="3200" b="1">
          <a:solidFill>
            <a:srgbClr val="708CA1"/>
          </a:solidFill>
          <a:latin typeface="Arial" charset="0"/>
        </a:defRPr>
      </a:lvl4pPr>
      <a:lvl5pPr algn="l" defTabSz="814388" rtl="0" eaLnBrk="0" fontAlgn="base" hangingPunct="0">
        <a:lnSpc>
          <a:spcPct val="90000"/>
        </a:lnSpc>
        <a:spcBef>
          <a:spcPct val="0"/>
        </a:spcBef>
        <a:spcAft>
          <a:spcPct val="0"/>
        </a:spcAft>
        <a:defRPr sz="3200" b="1">
          <a:solidFill>
            <a:srgbClr val="708CA1"/>
          </a:solidFill>
          <a:latin typeface="Arial" charset="0"/>
        </a:defRPr>
      </a:lvl5pPr>
      <a:lvl6pPr marL="457200" algn="l" defTabSz="814388" rtl="0" eaLnBrk="1" fontAlgn="base" hangingPunct="1">
        <a:lnSpc>
          <a:spcPct val="90000"/>
        </a:lnSpc>
        <a:spcBef>
          <a:spcPct val="0"/>
        </a:spcBef>
        <a:spcAft>
          <a:spcPct val="0"/>
        </a:spcAft>
        <a:defRPr sz="3200" b="1">
          <a:solidFill>
            <a:srgbClr val="708CA1"/>
          </a:solidFill>
          <a:latin typeface="Arial" charset="0"/>
        </a:defRPr>
      </a:lvl6pPr>
      <a:lvl7pPr marL="914400" algn="l" defTabSz="814388" rtl="0" eaLnBrk="1" fontAlgn="base" hangingPunct="1">
        <a:lnSpc>
          <a:spcPct val="90000"/>
        </a:lnSpc>
        <a:spcBef>
          <a:spcPct val="0"/>
        </a:spcBef>
        <a:spcAft>
          <a:spcPct val="0"/>
        </a:spcAft>
        <a:defRPr sz="3200" b="1">
          <a:solidFill>
            <a:srgbClr val="708CA1"/>
          </a:solidFill>
          <a:latin typeface="Arial" charset="0"/>
        </a:defRPr>
      </a:lvl7pPr>
      <a:lvl8pPr marL="1371600" algn="l" defTabSz="814388" rtl="0" eaLnBrk="1" fontAlgn="base" hangingPunct="1">
        <a:lnSpc>
          <a:spcPct val="90000"/>
        </a:lnSpc>
        <a:spcBef>
          <a:spcPct val="0"/>
        </a:spcBef>
        <a:spcAft>
          <a:spcPct val="0"/>
        </a:spcAft>
        <a:defRPr sz="3200" b="1">
          <a:solidFill>
            <a:srgbClr val="708CA1"/>
          </a:solidFill>
          <a:latin typeface="Arial" charset="0"/>
        </a:defRPr>
      </a:lvl8pPr>
      <a:lvl9pPr marL="1828800" algn="l" defTabSz="814388" rtl="0" eaLnBrk="1" fontAlgn="base" hangingPunct="1">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14.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19.xml"/><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7.xml"/><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9.xml"/><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0.xml"/><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1.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11150" y="2263775"/>
            <a:ext cx="3854450" cy="1481138"/>
          </a:xfrm>
        </p:spPr>
        <p:txBody>
          <a:bodyPr/>
          <a:lstStyle/>
          <a:p>
            <a:pPr algn="l" defTabSz="814365">
              <a:spcBef>
                <a:spcPct val="0"/>
              </a:spcBef>
              <a:buNone/>
            </a:pPr>
            <a:r>
              <a:rPr lang="zh-CN" altLang="en-US" sz="2800" b="0" i="0" dirty="0">
                <a:solidFill>
                  <a:srgbClr val="FFFFFF"/>
                </a:solidFill>
                <a:latin typeface="Arial" pitchFamily="34" charset="0"/>
                <a:ea typeface="黑体" pitchFamily="49" charset="-122"/>
                <a:cs typeface="Arial" pitchFamily="34" charset="0"/>
              </a:rPr>
              <a:t>第 </a:t>
            </a:r>
            <a:r>
              <a:rPr lang="en-US" altLang="zh-CN" sz="2800" b="0" i="0" dirty="0">
                <a:solidFill>
                  <a:srgbClr val="FFFFFF"/>
                </a:solidFill>
                <a:latin typeface="Arial" pitchFamily="34" charset="0"/>
                <a:ea typeface="黑体" pitchFamily="49" charset="-122"/>
                <a:cs typeface="Arial" pitchFamily="34" charset="0"/>
              </a:rPr>
              <a:t>7 </a:t>
            </a:r>
            <a:r>
              <a:rPr lang="zh-CN" altLang="en-US" sz="2800" b="0" i="0" dirty="0">
                <a:solidFill>
                  <a:srgbClr val="FFFFFF"/>
                </a:solidFill>
                <a:latin typeface="Arial" pitchFamily="34" charset="0"/>
                <a:ea typeface="黑体" pitchFamily="49" charset="-122"/>
                <a:cs typeface="Arial" pitchFamily="34" charset="0"/>
              </a:rPr>
              <a:t>章：</a:t>
            </a:r>
            <a:br>
              <a:rPr lang="zh-CN" altLang="en-US" sz="2800" b="0" i="0" dirty="0">
                <a:solidFill>
                  <a:srgbClr val="FFFFFF"/>
                </a:solidFill>
                <a:latin typeface="Arial" pitchFamily="34" charset="0"/>
                <a:ea typeface="黑体" pitchFamily="49" charset="-122"/>
                <a:cs typeface="Arial" pitchFamily="34" charset="0"/>
              </a:rPr>
            </a:br>
            <a:r>
              <a:rPr lang="zh-CN" altLang="en-US" sz="2800" b="0" i="0" dirty="0">
                <a:solidFill>
                  <a:srgbClr val="FFFFFF"/>
                </a:solidFill>
                <a:latin typeface="Arial" pitchFamily="34" charset="0"/>
                <a:ea typeface="黑体" pitchFamily="49" charset="-122"/>
                <a:cs typeface="Arial" pitchFamily="34" charset="0"/>
              </a:rPr>
              <a:t>网络管理与扩展</a:t>
            </a:r>
            <a:r>
              <a:rPr lang="en-US" altLang="zh-CN" sz="2800" b="0" i="0" dirty="0">
                <a:solidFill>
                  <a:srgbClr val="FFFFFF"/>
                </a:solidFill>
                <a:latin typeface="Arial" pitchFamily="34" charset="0"/>
                <a:ea typeface="黑体" pitchFamily="49" charset="-122"/>
                <a:cs typeface="Arial" pitchFamily="34" charset="0"/>
              </a:rPr>
              <a:t>ACL</a:t>
            </a:r>
            <a:endParaRPr lang="zh-CN" altLang="en-US" sz="2800" dirty="0">
              <a:solidFill>
                <a:schemeClr val="folHlink"/>
              </a:solidFill>
              <a:latin typeface="Arial" pitchFamily="34" charset="0"/>
              <a:ea typeface="黑体" pitchFamily="49" charset="-122"/>
              <a:cs typeface="Arial" pitchFamily="34" charset="0"/>
            </a:endParaRP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74638" y="493713"/>
            <a:ext cx="8145462" cy="838200"/>
          </a:xfrm>
        </p:spPr>
        <p:txBody>
          <a:bodyPr/>
          <a:lstStyle/>
          <a:p>
            <a:pPr algn="l" defTabSz="814365">
              <a:spcBef>
                <a:spcPct val="0"/>
              </a:spcBef>
              <a:spcAft>
                <a:spcPct val="0"/>
              </a:spcAft>
              <a:buNone/>
            </a:pPr>
            <a:r>
              <a:rPr lang="zh-CN" altLang="en-US" sz="3200" b="1" i="0" dirty="0">
                <a:solidFill>
                  <a:srgbClr val="708CA1"/>
                </a:solidFill>
                <a:latin typeface="Arial" pitchFamily="34" charset="0"/>
                <a:ea typeface="黑体" pitchFamily="49" charset="-122"/>
                <a:cs typeface="Arial" pitchFamily="34" charset="0"/>
              </a:rPr>
              <a:t>目标</a:t>
            </a:r>
          </a:p>
        </p:txBody>
      </p:sp>
      <p:sp>
        <p:nvSpPr>
          <p:cNvPr id="6147" name="Rectangle 3"/>
          <p:cNvSpPr>
            <a:spLocks noGrp="1" noChangeArrowheads="1"/>
          </p:cNvSpPr>
          <p:nvPr>
            <p:ph idx="1"/>
          </p:nvPr>
        </p:nvSpPr>
        <p:spPr>
          <a:xfrm>
            <a:off x="747713" y="1601788"/>
            <a:ext cx="8131175" cy="4437062"/>
          </a:xfrm>
        </p:spPr>
        <p:txBody>
          <a:bodyPr/>
          <a:lstStyle/>
          <a:p>
            <a:pPr marL="236555" indent="-236555" algn="l" defTabSz="814365">
              <a:spcBef>
                <a:spcPct val="50000"/>
              </a:spcBef>
              <a:spcAft>
                <a:spcPct val="0"/>
              </a:spcAft>
              <a:buClr>
                <a:srgbClr val="708CA1"/>
              </a:buClr>
              <a:buFont typeface="Wingdings"/>
              <a:buChar char="§"/>
            </a:pPr>
            <a:r>
              <a:rPr lang="zh-CN" altLang="en-US" sz="1800" b="0" i="0" dirty="0">
                <a:solidFill>
                  <a:srgbClr val="000000"/>
                </a:solidFill>
                <a:latin typeface="Arial" pitchFamily="34" charset="0"/>
                <a:ea typeface="黑体" pitchFamily="49" charset="-122"/>
                <a:cs typeface="Arial" pitchFamily="34" charset="0"/>
              </a:rPr>
              <a:t>解释 </a:t>
            </a:r>
            <a:r>
              <a:rPr lang="en-US" altLang="zh-CN" sz="1800" b="0" i="0" dirty="0">
                <a:solidFill>
                  <a:srgbClr val="000000"/>
                </a:solidFill>
                <a:latin typeface="Arial" pitchFamily="34" charset="0"/>
                <a:ea typeface="黑体" pitchFamily="49" charset="-122"/>
                <a:cs typeface="Arial" pitchFamily="34" charset="0"/>
              </a:rPr>
              <a:t>Cisco IOS </a:t>
            </a:r>
            <a:r>
              <a:rPr lang="zh-CN" altLang="en-US" sz="1800" b="0" i="0" dirty="0">
                <a:solidFill>
                  <a:srgbClr val="000000"/>
                </a:solidFill>
                <a:latin typeface="Arial" pitchFamily="34" charset="0"/>
                <a:ea typeface="黑体" pitchFamily="49" charset="-122"/>
                <a:cs typeface="Arial" pitchFamily="34" charset="0"/>
              </a:rPr>
              <a:t>的用途。</a:t>
            </a:r>
            <a:endParaRPr lang="en-US" altLang="zh-CN" sz="1800" b="0" i="0" dirty="0">
              <a:solidFill>
                <a:srgbClr val="000000"/>
              </a:solidFill>
              <a:latin typeface="Arial" pitchFamily="34" charset="0"/>
              <a:ea typeface="黑体" pitchFamily="49" charset="-122"/>
              <a:cs typeface="Arial" pitchFamily="34" charset="0"/>
            </a:endParaRPr>
          </a:p>
          <a:p>
            <a:pPr marL="236555" indent="-236555" algn="l" defTabSz="814365">
              <a:spcBef>
                <a:spcPct val="50000"/>
              </a:spcBef>
              <a:spcAft>
                <a:spcPct val="0"/>
              </a:spcAft>
              <a:buClr>
                <a:srgbClr val="708CA1"/>
              </a:buClr>
              <a:buFont typeface="Wingdings"/>
              <a:buChar char="§"/>
            </a:pPr>
            <a:r>
              <a:rPr lang="zh-CN" altLang="en-US" sz="1800" dirty="0">
                <a:solidFill>
                  <a:srgbClr val="000000"/>
                </a:solidFill>
                <a:latin typeface="Arial" pitchFamily="34" charset="0"/>
                <a:ea typeface="黑体" pitchFamily="49" charset="-122"/>
                <a:cs typeface="Arial" pitchFamily="34" charset="0"/>
              </a:rPr>
              <a:t>复习网络设备的命令行界面访问模式</a:t>
            </a:r>
            <a:endParaRPr lang="en-US" altLang="zh-CN" sz="1800" dirty="0">
              <a:solidFill>
                <a:srgbClr val="000000"/>
              </a:solidFill>
              <a:latin typeface="Arial" pitchFamily="34" charset="0"/>
              <a:ea typeface="黑体" pitchFamily="49" charset="-122"/>
              <a:cs typeface="Arial" pitchFamily="34" charset="0"/>
            </a:endParaRPr>
          </a:p>
          <a:p>
            <a:pPr marL="236555" indent="-236555" algn="l" defTabSz="814365">
              <a:spcBef>
                <a:spcPct val="50000"/>
              </a:spcBef>
              <a:spcAft>
                <a:spcPct val="0"/>
              </a:spcAft>
              <a:buClr>
                <a:srgbClr val="708CA1"/>
              </a:buClr>
              <a:buFont typeface="Wingdings"/>
              <a:buChar char="§"/>
            </a:pPr>
            <a:r>
              <a:rPr lang="zh-CN" altLang="en-US" sz="1800" dirty="0">
                <a:solidFill>
                  <a:srgbClr val="000000"/>
                </a:solidFill>
                <a:latin typeface="Arial" pitchFamily="34" charset="0"/>
                <a:ea typeface="黑体" pitchFamily="49" charset="-122"/>
                <a:cs typeface="Arial" pitchFamily="34" charset="0"/>
              </a:rPr>
              <a:t>复习网络设备基本配置命令</a:t>
            </a:r>
            <a:endParaRPr lang="zh-CN" altLang="en-US" sz="1800" b="0" i="0" dirty="0">
              <a:solidFill>
                <a:srgbClr val="000000"/>
              </a:solidFill>
              <a:latin typeface="Arial" pitchFamily="34" charset="0"/>
              <a:ea typeface="黑体" pitchFamily="49" charset="-122"/>
              <a:cs typeface="Arial" pitchFamily="34" charset="0"/>
            </a:endParaRPr>
          </a:p>
          <a:p>
            <a:pPr marL="236555" indent="-236555" algn="l" defTabSz="814365">
              <a:spcBef>
                <a:spcPct val="50000"/>
              </a:spcBef>
              <a:spcAft>
                <a:spcPct val="0"/>
              </a:spcAft>
              <a:buClr>
                <a:srgbClr val="708CA1"/>
              </a:buClr>
              <a:buFont typeface="Wingdings"/>
              <a:buChar char="§"/>
            </a:pPr>
            <a:r>
              <a:rPr lang="zh-CN" altLang="en-US" sz="1800" b="0" i="0" dirty="0">
                <a:solidFill>
                  <a:srgbClr val="000000"/>
                </a:solidFill>
                <a:latin typeface="Arial" pitchFamily="34" charset="0"/>
                <a:ea typeface="黑体" pitchFamily="49" charset="-122"/>
                <a:cs typeface="Arial" pitchFamily="34" charset="0"/>
              </a:rPr>
              <a:t>复习访问和导航 </a:t>
            </a:r>
            <a:r>
              <a:rPr lang="en-US" altLang="zh-CN" sz="1800" b="0" i="0" dirty="0">
                <a:solidFill>
                  <a:srgbClr val="000000"/>
                </a:solidFill>
                <a:latin typeface="Arial" pitchFamily="34" charset="0"/>
                <a:ea typeface="黑体" pitchFamily="49" charset="-122"/>
                <a:cs typeface="Arial" pitchFamily="34" charset="0"/>
              </a:rPr>
              <a:t>Cisco IOS </a:t>
            </a:r>
            <a:r>
              <a:rPr lang="zh-CN" altLang="en-US" sz="1800" b="0" i="0" dirty="0">
                <a:solidFill>
                  <a:srgbClr val="000000"/>
                </a:solidFill>
                <a:latin typeface="Arial" pitchFamily="34" charset="0"/>
                <a:ea typeface="黑体" pitchFamily="49" charset="-122"/>
                <a:cs typeface="Arial" pitchFamily="34" charset="0"/>
              </a:rPr>
              <a:t>来配置路由器。</a:t>
            </a:r>
          </a:p>
          <a:p>
            <a:pPr marL="236555" indent="-236555" algn="l" defTabSz="814365">
              <a:spcBef>
                <a:spcPct val="50000"/>
              </a:spcBef>
              <a:spcAft>
                <a:spcPct val="0"/>
              </a:spcAft>
              <a:buClr>
                <a:srgbClr val="708CA1"/>
              </a:buClr>
              <a:buFont typeface="Wingdings"/>
              <a:buChar char="§"/>
            </a:pPr>
            <a:r>
              <a:rPr lang="zh-CN" altLang="en-US" sz="1800" dirty="0">
                <a:solidFill>
                  <a:srgbClr val="000000"/>
                </a:solidFill>
                <a:latin typeface="Arial" pitchFamily="34" charset="0"/>
                <a:ea typeface="黑体" pitchFamily="49" charset="-122"/>
                <a:cs typeface="Arial" pitchFamily="34" charset="0"/>
              </a:rPr>
              <a:t>如何管理一个交换设备</a:t>
            </a:r>
            <a:endParaRPr lang="en-US" altLang="zh-CN" sz="1800" dirty="0">
              <a:solidFill>
                <a:srgbClr val="000000"/>
              </a:solidFill>
              <a:latin typeface="Arial" pitchFamily="34" charset="0"/>
              <a:ea typeface="黑体" pitchFamily="49" charset="-122"/>
              <a:cs typeface="Arial" pitchFamily="34" charset="0"/>
            </a:endParaRPr>
          </a:p>
          <a:p>
            <a:pPr marL="236555" indent="-236555" algn="l" defTabSz="814365">
              <a:spcBef>
                <a:spcPct val="50000"/>
              </a:spcBef>
              <a:spcAft>
                <a:spcPct val="0"/>
              </a:spcAft>
              <a:buClr>
                <a:srgbClr val="708CA1"/>
              </a:buClr>
              <a:buFont typeface="Wingdings"/>
              <a:buChar char="§"/>
            </a:pPr>
            <a:r>
              <a:rPr lang="zh-CN" altLang="en-US" sz="1800" dirty="0">
                <a:solidFill>
                  <a:srgbClr val="000000"/>
                </a:solidFill>
                <a:latin typeface="Arial" pitchFamily="34" charset="0"/>
                <a:ea typeface="黑体" pitchFamily="49" charset="-122"/>
                <a:cs typeface="Arial" pitchFamily="34" charset="0"/>
              </a:rPr>
              <a:t>配置扩展</a:t>
            </a:r>
            <a:r>
              <a:rPr lang="en-US" altLang="zh-CN" sz="1800" dirty="0">
                <a:solidFill>
                  <a:srgbClr val="000000"/>
                </a:solidFill>
                <a:latin typeface="Arial" pitchFamily="34" charset="0"/>
                <a:ea typeface="黑体" pitchFamily="49" charset="-122"/>
                <a:cs typeface="Arial" pitchFamily="34" charset="0"/>
              </a:rPr>
              <a:t>ACL</a:t>
            </a:r>
          </a:p>
          <a:p>
            <a:pPr marL="0" indent="0" algn="l" defTabSz="814365">
              <a:spcBef>
                <a:spcPct val="50000"/>
              </a:spcBef>
              <a:spcAft>
                <a:spcPct val="0"/>
              </a:spcAft>
              <a:buClr>
                <a:srgbClr val="708CA1"/>
              </a:buClr>
              <a:buNone/>
            </a:pPr>
            <a:endParaRPr lang="zh-CN" altLang="en-US" sz="1800" b="0" i="0" dirty="0">
              <a:solidFill>
                <a:srgbClr val="000000"/>
              </a:solidFill>
              <a:latin typeface="Arial" pitchFamily="34" charset="0"/>
              <a:ea typeface="黑体" pitchFamily="49" charset="-122"/>
              <a:cs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8436" name="Rectangle 4"/>
          <p:cNvSpPr>
            <a:spLocks noGrp="1" noChangeArrowheads="1"/>
          </p:cNvSpPr>
          <p:nvPr>
            <p:ph type="ctrTitle"/>
          </p:nvPr>
        </p:nvSpPr>
        <p:spPr/>
        <p:txBody>
          <a:bodyPr/>
          <a:lstStyle/>
          <a:p>
            <a:r>
              <a:rPr lang="zh-CN" altLang="en-US" dirty="0">
                <a:ea typeface="宋体" charset="-122"/>
              </a:rPr>
              <a:t>路由器内部构造</a:t>
            </a:r>
          </a:p>
        </p:txBody>
      </p:sp>
      <p:sp>
        <p:nvSpPr>
          <p:cNvPr id="1298437" name="Rectangle 5"/>
          <p:cNvSpPr>
            <a:spLocks noGrp="1" noChangeArrowheads="1"/>
          </p:cNvSpPr>
          <p:nvPr>
            <p:ph type="subTitle" idx="1"/>
          </p:nvPr>
        </p:nvSpPr>
        <p:spPr/>
        <p:txBody>
          <a:bodyPr/>
          <a:lstStyle/>
          <a:p>
            <a:endParaRPr lang="zh-CN" altLang="en-US">
              <a:ea typeface="宋体" charset="-122"/>
            </a:endParaRPr>
          </a:p>
        </p:txBody>
      </p:sp>
    </p:spTree>
    <p:extLst>
      <p:ext uri="{BB962C8B-B14F-4D97-AF65-F5344CB8AC3E}">
        <p14:creationId xmlns:p14="http://schemas.microsoft.com/office/powerpoint/2010/main" val="16948044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62" name="Rectangle 2"/>
          <p:cNvSpPr>
            <a:spLocks noGrp="1" noChangeArrowheads="1"/>
          </p:cNvSpPr>
          <p:nvPr>
            <p:ph type="title"/>
          </p:nvPr>
        </p:nvSpPr>
        <p:spPr>
          <a:xfrm>
            <a:off x="636183" y="506683"/>
            <a:ext cx="8145462" cy="838200"/>
          </a:xfrm>
        </p:spPr>
        <p:txBody>
          <a:bodyPr/>
          <a:lstStyle/>
          <a:p>
            <a:r>
              <a:rPr lang="en-US" altLang="zh-CN" dirty="0">
                <a:ea typeface="宋体" charset="-122"/>
              </a:rPr>
              <a:t>1</a:t>
            </a:r>
            <a:r>
              <a:rPr lang="zh-CN" altLang="en-US" dirty="0">
                <a:ea typeface="宋体" charset="-122"/>
              </a:rPr>
              <a:t>路由器是计算机</a:t>
            </a:r>
          </a:p>
        </p:txBody>
      </p:sp>
      <p:sp>
        <p:nvSpPr>
          <p:cNvPr id="1013763" name="Rectangle 3"/>
          <p:cNvSpPr>
            <a:spLocks noGrp="1" noChangeArrowheads="1"/>
          </p:cNvSpPr>
          <p:nvPr>
            <p:ph type="body" idx="1"/>
          </p:nvPr>
        </p:nvSpPr>
        <p:spPr>
          <a:xfrm>
            <a:off x="496888" y="1392238"/>
            <a:ext cx="7940675" cy="5076825"/>
          </a:xfrm>
        </p:spPr>
        <p:txBody>
          <a:bodyPr/>
          <a:lstStyle/>
          <a:p>
            <a:r>
              <a:rPr lang="zh-CN" altLang="en-US" dirty="0">
                <a:ea typeface="宋体" charset="-122"/>
              </a:rPr>
              <a:t>路由器的基本硬件组件</a:t>
            </a:r>
          </a:p>
          <a:p>
            <a:pPr lvl="1"/>
            <a:r>
              <a:rPr lang="en-US" altLang="zh-CN" dirty="0">
                <a:ea typeface="宋体" charset="-122"/>
              </a:rPr>
              <a:t>-CPU</a:t>
            </a:r>
          </a:p>
          <a:p>
            <a:pPr lvl="1">
              <a:buFontTx/>
              <a:buChar char="–"/>
            </a:pPr>
            <a:r>
              <a:rPr lang="en-US" altLang="zh-CN" dirty="0">
                <a:ea typeface="宋体" charset="-122"/>
              </a:rPr>
              <a:t>RAM</a:t>
            </a:r>
          </a:p>
          <a:p>
            <a:pPr lvl="1">
              <a:buFontTx/>
              <a:buChar char="–"/>
            </a:pPr>
            <a:r>
              <a:rPr lang="en-US" altLang="zh-CN" dirty="0">
                <a:ea typeface="宋体" charset="-122"/>
              </a:rPr>
              <a:t>ROM</a:t>
            </a:r>
          </a:p>
          <a:p>
            <a:pPr lvl="1">
              <a:buFontTx/>
              <a:buChar char="–"/>
            </a:pPr>
            <a:r>
              <a:rPr lang="en-US" altLang="zh-CN" dirty="0">
                <a:ea typeface="宋体" charset="-122"/>
              </a:rPr>
              <a:t>NVRAM</a:t>
            </a:r>
          </a:p>
          <a:p>
            <a:pPr lvl="1">
              <a:buFontTx/>
              <a:buChar char="–"/>
            </a:pPr>
            <a:r>
              <a:rPr lang="en-US" altLang="zh-CN" dirty="0">
                <a:ea typeface="宋体" charset="-122"/>
              </a:rPr>
              <a:t>FLASH</a:t>
            </a:r>
          </a:p>
          <a:p>
            <a:pPr marL="0" indent="0">
              <a:buNone/>
            </a:pPr>
            <a:r>
              <a:rPr lang="zh-CN" altLang="en-US" dirty="0">
                <a:ea typeface="宋体" charset="-122"/>
              </a:rPr>
              <a:t>路由器的基本软件组件</a:t>
            </a:r>
            <a:endParaRPr lang="en-US" altLang="zh-CN" dirty="0">
              <a:ea typeface="宋体" charset="-122"/>
            </a:endParaRPr>
          </a:p>
          <a:p>
            <a:pPr lvl="1">
              <a:buFontTx/>
              <a:buChar char="–"/>
            </a:pPr>
            <a:r>
              <a:rPr lang="zh-CN" altLang="en-US" dirty="0">
                <a:ea typeface="宋体" charset="-122"/>
              </a:rPr>
              <a:t>操作系统</a:t>
            </a:r>
          </a:p>
          <a:p>
            <a:r>
              <a:rPr lang="zh-CN" altLang="en-US" dirty="0">
                <a:ea typeface="宋体" charset="-122"/>
              </a:rPr>
              <a:t>路由器是网络组成的中心</a:t>
            </a:r>
          </a:p>
          <a:p>
            <a:pPr lvl="1"/>
            <a:r>
              <a:rPr lang="en-US" altLang="zh-CN" dirty="0">
                <a:ea typeface="宋体" charset="-122"/>
              </a:rPr>
              <a:t>-</a:t>
            </a:r>
            <a:r>
              <a:rPr lang="zh-CN" altLang="en-US" dirty="0">
                <a:ea typeface="宋体" charset="-122"/>
              </a:rPr>
              <a:t>路由器通常用于两种连接</a:t>
            </a:r>
            <a:r>
              <a:rPr lang="en-US" altLang="zh-CN" dirty="0">
                <a:ea typeface="宋体" charset="-122"/>
              </a:rPr>
              <a:t>:</a:t>
            </a:r>
          </a:p>
          <a:p>
            <a:pPr lvl="2"/>
            <a:r>
              <a:rPr lang="en-US" altLang="zh-CN" dirty="0">
                <a:ea typeface="宋体" charset="-122"/>
              </a:rPr>
              <a:t>-</a:t>
            </a:r>
            <a:r>
              <a:rPr lang="en-US" altLang="zh-CN" dirty="0">
                <a:solidFill>
                  <a:schemeClr val="accent2"/>
                </a:solidFill>
                <a:ea typeface="宋体" charset="-122"/>
              </a:rPr>
              <a:t>WAN </a:t>
            </a:r>
            <a:r>
              <a:rPr lang="zh-CN" altLang="en-US" dirty="0">
                <a:ea typeface="宋体" charset="-122"/>
              </a:rPr>
              <a:t>连接 </a:t>
            </a:r>
            <a:r>
              <a:rPr lang="en-US" altLang="zh-CN" dirty="0">
                <a:ea typeface="宋体" charset="-122"/>
              </a:rPr>
              <a:t>(</a:t>
            </a:r>
            <a:r>
              <a:rPr lang="zh-CN" altLang="en-US" dirty="0">
                <a:ea typeface="宋体" charset="-122"/>
              </a:rPr>
              <a:t>连接到</a:t>
            </a:r>
            <a:r>
              <a:rPr lang="en-US" altLang="zh-CN" dirty="0">
                <a:ea typeface="宋体" charset="-122"/>
              </a:rPr>
              <a:t>ISP)</a:t>
            </a:r>
          </a:p>
          <a:p>
            <a:pPr lvl="2"/>
            <a:r>
              <a:rPr lang="en-US" altLang="zh-CN" dirty="0">
                <a:ea typeface="宋体" charset="-122"/>
              </a:rPr>
              <a:t>-</a:t>
            </a:r>
            <a:r>
              <a:rPr lang="en-US" altLang="zh-CN" dirty="0">
                <a:solidFill>
                  <a:schemeClr val="accent2"/>
                </a:solidFill>
                <a:ea typeface="宋体" charset="-122"/>
              </a:rPr>
              <a:t>LAN</a:t>
            </a:r>
            <a:r>
              <a:rPr lang="en-US" altLang="zh-CN" dirty="0">
                <a:ea typeface="宋体" charset="-122"/>
              </a:rPr>
              <a:t> </a:t>
            </a:r>
            <a:r>
              <a:rPr lang="zh-CN" altLang="en-US" dirty="0">
                <a:ea typeface="宋体" charset="-122"/>
              </a:rPr>
              <a:t>连接</a:t>
            </a:r>
          </a:p>
        </p:txBody>
      </p:sp>
      <p:pic>
        <p:nvPicPr>
          <p:cNvPr id="1013771" name="Picture 11" descr="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79888" y="4911725"/>
            <a:ext cx="4740275" cy="1627188"/>
          </a:xfrm>
          <a:prstGeom prst="rect">
            <a:avLst/>
          </a:prstGeom>
          <a:noFill/>
          <a:extLst>
            <a:ext uri="{909E8E84-426E-40DD-AFC4-6F175D3DCCD1}">
              <a14:hiddenFill xmlns:a14="http://schemas.microsoft.com/office/drawing/2010/main">
                <a:solidFill>
                  <a:srgbClr val="FFFFFF"/>
                </a:solidFill>
              </a14:hiddenFill>
            </a:ext>
          </a:extLst>
        </p:spPr>
      </p:pic>
      <p:pic>
        <p:nvPicPr>
          <p:cNvPr id="1013772"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07025" y="1579563"/>
            <a:ext cx="2905125" cy="200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1180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25425" y="496888"/>
            <a:ext cx="8145463" cy="838200"/>
          </a:xfrm>
        </p:spPr>
        <p:txBody>
          <a:bodyPr/>
          <a:lstStyle/>
          <a:p>
            <a:pPr algn="l" defTabSz="814365">
              <a:spcBef>
                <a:spcPct val="0"/>
              </a:spcBef>
              <a:spcAft>
                <a:spcPct val="0"/>
              </a:spcAft>
              <a:buNone/>
            </a:pPr>
            <a:r>
              <a:rPr lang="zh-CN" altLang="en-US" sz="1800" b="1" i="0" dirty="0">
                <a:solidFill>
                  <a:srgbClr val="708CA1"/>
                </a:solidFill>
                <a:latin typeface="Arial" pitchFamily="34" charset="0"/>
                <a:ea typeface="黑体" pitchFamily="49" charset="-122"/>
                <a:cs typeface="Arial" pitchFamily="34" charset="0"/>
              </a:rPr>
              <a:t>一、</a:t>
            </a:r>
            <a:r>
              <a:rPr lang="en-US" altLang="zh-CN" sz="1800" b="1" i="0" dirty="0">
                <a:solidFill>
                  <a:srgbClr val="708CA1"/>
                </a:solidFill>
                <a:latin typeface="Arial" pitchFamily="34" charset="0"/>
                <a:ea typeface="黑体" pitchFamily="49" charset="-122"/>
                <a:cs typeface="Arial" pitchFamily="34" charset="0"/>
              </a:rPr>
              <a:t>Cisco IOS</a:t>
            </a:r>
            <a:r>
              <a:rPr lang="zh-CN" altLang="en-US" sz="3200" b="1" i="0" dirty="0">
                <a:solidFill>
                  <a:srgbClr val="708CA1"/>
                </a:solidFill>
                <a:latin typeface="Arial" pitchFamily="34" charset="0"/>
                <a:ea typeface="黑体" pitchFamily="49" charset="-122"/>
                <a:cs typeface="Arial" pitchFamily="34" charset="0"/>
              </a:rPr>
              <a:t/>
            </a:r>
            <a:br>
              <a:rPr lang="zh-CN" altLang="en-US" sz="3200" b="1" i="0" dirty="0">
                <a:solidFill>
                  <a:srgbClr val="708CA1"/>
                </a:solidFill>
                <a:latin typeface="Arial" pitchFamily="34" charset="0"/>
                <a:ea typeface="黑体" pitchFamily="49" charset="-122"/>
                <a:cs typeface="Arial" pitchFamily="34" charset="0"/>
              </a:rPr>
            </a:br>
            <a:r>
              <a:rPr lang="zh-CN" altLang="en-US" sz="3200" b="1" i="0" dirty="0">
                <a:solidFill>
                  <a:srgbClr val="AAC1D8">
                    <a:lumMod val="75000"/>
                  </a:srgbClr>
                </a:solidFill>
                <a:latin typeface="Arial" pitchFamily="34" charset="0"/>
                <a:ea typeface="黑体" pitchFamily="49" charset="-122"/>
                <a:cs typeface="Arial" pitchFamily="34" charset="0"/>
              </a:rPr>
              <a:t>操作系统</a:t>
            </a:r>
            <a:r>
              <a:rPr lang="zh-CN" altLang="en-US" dirty="0">
                <a:solidFill>
                  <a:schemeClr val="accent5">
                    <a:lumMod val="75000"/>
                  </a:schemeClr>
                </a:solidFill>
                <a:latin typeface="Arial" pitchFamily="34" charset="0"/>
                <a:ea typeface="黑体" pitchFamily="49" charset="-122"/>
                <a:cs typeface="Arial" pitchFamily="34" charset="0"/>
              </a:rPr>
              <a:t>的</a:t>
            </a:r>
            <a:r>
              <a:rPr lang="zh-CN" altLang="en-US" sz="3200" b="1" i="0" dirty="0">
                <a:solidFill>
                  <a:srgbClr val="AAC1D8">
                    <a:lumMod val="75000"/>
                  </a:srgbClr>
                </a:solidFill>
                <a:latin typeface="Arial" pitchFamily="34" charset="0"/>
                <a:ea typeface="黑体" pitchFamily="49" charset="-122"/>
                <a:cs typeface="Arial" pitchFamily="34" charset="0"/>
              </a:rPr>
              <a:t>用途</a:t>
            </a:r>
          </a:p>
        </p:txBody>
      </p:sp>
      <p:sp>
        <p:nvSpPr>
          <p:cNvPr id="9219" name="Rectangle 6"/>
          <p:cNvSpPr>
            <a:spLocks noGrp="1" noChangeArrowheads="1"/>
          </p:cNvSpPr>
          <p:nvPr>
            <p:ph idx="1"/>
          </p:nvPr>
        </p:nvSpPr>
        <p:spPr>
          <a:xfrm>
            <a:off x="479425" y="1524000"/>
            <a:ext cx="8262938" cy="4941888"/>
          </a:xfrm>
        </p:spPr>
        <p:txBody>
          <a:bodyPr/>
          <a:lstStyle/>
          <a:p>
            <a:pPr marL="236555" indent="-236555" algn="l" defTabSz="814365">
              <a:lnSpc>
                <a:spcPct val="75000"/>
              </a:lnSpc>
              <a:spcBef>
                <a:spcPct val="50000"/>
              </a:spcBef>
              <a:spcAft>
                <a:spcPct val="0"/>
              </a:spcAft>
              <a:buClr>
                <a:srgbClr val="708CA1"/>
              </a:buClr>
              <a:buFont typeface="Wingdings"/>
              <a:buChar char="§"/>
            </a:pPr>
            <a:r>
              <a:rPr lang="en-US" altLang="zh-CN" sz="2000" b="0" i="0" dirty="0">
                <a:solidFill>
                  <a:srgbClr val="000000"/>
                </a:solidFill>
                <a:latin typeface="Arial" pitchFamily="34" charset="0"/>
                <a:ea typeface="黑体" pitchFamily="49" charset="-122"/>
                <a:cs typeface="Arial" pitchFamily="34" charset="0"/>
              </a:rPr>
              <a:t>PC </a:t>
            </a:r>
            <a:r>
              <a:rPr lang="zh-CN" altLang="en-US" sz="2000" b="0" i="0" dirty="0">
                <a:solidFill>
                  <a:srgbClr val="000000"/>
                </a:solidFill>
                <a:latin typeface="Arial" pitchFamily="34" charset="0"/>
                <a:ea typeface="黑体" pitchFamily="49" charset="-122"/>
                <a:cs typeface="Arial" pitchFamily="34" charset="0"/>
              </a:rPr>
              <a:t>操作系统（</a:t>
            </a:r>
            <a:r>
              <a:rPr lang="en-US" altLang="zh-CN" sz="2000" b="0" i="0" dirty="0">
                <a:solidFill>
                  <a:srgbClr val="000000"/>
                </a:solidFill>
                <a:latin typeface="Arial" pitchFamily="34" charset="0"/>
                <a:ea typeface="黑体" pitchFamily="49" charset="-122"/>
                <a:cs typeface="Arial" pitchFamily="34" charset="0"/>
              </a:rPr>
              <a:t>Windows  </a:t>
            </a:r>
            <a:r>
              <a:rPr lang="zh-CN" altLang="en-US" sz="2000" b="0" i="0" dirty="0">
                <a:solidFill>
                  <a:srgbClr val="000000"/>
                </a:solidFill>
                <a:latin typeface="Arial" pitchFamily="34" charset="0"/>
                <a:ea typeface="黑体" pitchFamily="49" charset="-122"/>
                <a:cs typeface="Arial" pitchFamily="34" charset="0"/>
              </a:rPr>
              <a:t>和 </a:t>
            </a:r>
            <a:r>
              <a:rPr lang="en-US" altLang="zh-CN" sz="2000" b="0" i="0" dirty="0">
                <a:solidFill>
                  <a:srgbClr val="000000"/>
                </a:solidFill>
                <a:latin typeface="Arial" pitchFamily="34" charset="0"/>
                <a:ea typeface="黑体" pitchFamily="49" charset="-122"/>
                <a:cs typeface="Arial" pitchFamily="34" charset="0"/>
              </a:rPr>
              <a:t>OS X</a:t>
            </a:r>
            <a:r>
              <a:rPr lang="zh-CN" altLang="en-US" sz="2000" b="0" i="0" dirty="0">
                <a:solidFill>
                  <a:srgbClr val="000000"/>
                </a:solidFill>
                <a:latin typeface="Arial" pitchFamily="34" charset="0"/>
                <a:ea typeface="黑体" pitchFamily="49" charset="-122"/>
                <a:cs typeface="Arial" pitchFamily="34" charset="0"/>
              </a:rPr>
              <a:t>）执行的技术功能可以支持 </a:t>
            </a:r>
          </a:p>
          <a:p>
            <a:pPr marL="0" indent="0" algn="l" defTabSz="814365">
              <a:lnSpc>
                <a:spcPct val="75000"/>
              </a:lnSpc>
              <a:spcBef>
                <a:spcPct val="50000"/>
              </a:spcBef>
              <a:spcAft>
                <a:spcPct val="0"/>
              </a:spcAft>
              <a:buNone/>
            </a:pPr>
            <a:endParaRPr lang="zh-CN" altLang="en-US" sz="2000" dirty="0">
              <a:latin typeface="Arial" pitchFamily="34" charset="0"/>
              <a:ea typeface="黑体" pitchFamily="49" charset="-122"/>
              <a:cs typeface="Arial" pitchFamily="34" charset="0"/>
            </a:endParaRPr>
          </a:p>
          <a:p>
            <a:pPr marL="236555" indent="-236555" algn="l" defTabSz="814365">
              <a:lnSpc>
                <a:spcPct val="75000"/>
              </a:lnSpc>
              <a:spcBef>
                <a:spcPct val="50000"/>
              </a:spcBef>
              <a:spcAft>
                <a:spcPct val="0"/>
              </a:spcAft>
              <a:buClr>
                <a:srgbClr val="708CA1"/>
              </a:buClr>
              <a:buFont typeface="Wingdings"/>
              <a:buChar char="§"/>
            </a:pPr>
            <a:r>
              <a:rPr lang="zh-CN" altLang="en-US" sz="2000" b="0" i="0" dirty="0">
                <a:solidFill>
                  <a:srgbClr val="FF0000"/>
                </a:solidFill>
                <a:latin typeface="Arial" pitchFamily="34" charset="0"/>
                <a:ea typeface="黑体" pitchFamily="49" charset="-122"/>
                <a:cs typeface="Arial" pitchFamily="34" charset="0"/>
              </a:rPr>
              <a:t>交换机或路由器 </a:t>
            </a:r>
            <a:r>
              <a:rPr lang="en-US" altLang="zh-CN" sz="2000" b="0" i="0" dirty="0">
                <a:solidFill>
                  <a:srgbClr val="FF0000"/>
                </a:solidFill>
                <a:latin typeface="Arial" pitchFamily="34" charset="0"/>
                <a:ea typeface="黑体" pitchFamily="49" charset="-122"/>
                <a:cs typeface="Arial" pitchFamily="34" charset="0"/>
              </a:rPr>
              <a:t>IOS </a:t>
            </a:r>
            <a:r>
              <a:rPr lang="zh-CN" altLang="en-US" sz="2000" b="0" i="0" dirty="0">
                <a:solidFill>
                  <a:srgbClr val="FF0000"/>
                </a:solidFill>
                <a:latin typeface="Arial" pitchFamily="34" charset="0"/>
                <a:ea typeface="黑体" pitchFamily="49" charset="-122"/>
                <a:cs typeface="Arial" pitchFamily="34" charset="0"/>
              </a:rPr>
              <a:t>提供以下选项： </a:t>
            </a:r>
          </a:p>
          <a:p>
            <a:pPr marL="742950" lvl="1" indent="-285750" algn="l" defTabSz="814365">
              <a:lnSpc>
                <a:spcPct val="75000"/>
              </a:lnSpc>
              <a:spcBef>
                <a:spcPct val="35000"/>
              </a:spcBef>
              <a:spcAft>
                <a:spcPct val="0"/>
              </a:spcAft>
              <a:buClr>
                <a:srgbClr val="708CA1"/>
              </a:buClr>
              <a:buFont typeface="Arial"/>
              <a:buChar char="•"/>
            </a:pPr>
            <a:r>
              <a:rPr lang="zh-CN" altLang="en-US" sz="2000" b="0" i="0" dirty="0">
                <a:solidFill>
                  <a:srgbClr val="000000"/>
                </a:solidFill>
                <a:latin typeface="Arial" pitchFamily="34" charset="0"/>
                <a:ea typeface="黑体" pitchFamily="49" charset="-122"/>
                <a:cs typeface="Arial" pitchFamily="34" charset="0"/>
              </a:rPr>
              <a:t>配置接口</a:t>
            </a:r>
          </a:p>
          <a:p>
            <a:pPr marL="742950" lvl="1" indent="-285750" algn="l" defTabSz="814365">
              <a:lnSpc>
                <a:spcPct val="75000"/>
              </a:lnSpc>
              <a:spcBef>
                <a:spcPct val="35000"/>
              </a:spcBef>
              <a:spcAft>
                <a:spcPct val="0"/>
              </a:spcAft>
              <a:buClr>
                <a:srgbClr val="708CA1"/>
              </a:buClr>
              <a:buFont typeface="Arial"/>
              <a:buChar char="•"/>
            </a:pPr>
            <a:r>
              <a:rPr lang="zh-CN" altLang="en-US" sz="2000" b="0" i="0" dirty="0">
                <a:solidFill>
                  <a:srgbClr val="000000"/>
                </a:solidFill>
                <a:latin typeface="Arial" pitchFamily="34" charset="0"/>
                <a:ea typeface="黑体" pitchFamily="49" charset="-122"/>
                <a:cs typeface="Arial" pitchFamily="34" charset="0"/>
              </a:rPr>
              <a:t>支持路由和交换功能</a:t>
            </a:r>
          </a:p>
          <a:p>
            <a:pPr marL="236555" indent="-236555" algn="l" defTabSz="814365">
              <a:lnSpc>
                <a:spcPct val="75000"/>
              </a:lnSpc>
              <a:spcBef>
                <a:spcPct val="50000"/>
              </a:spcBef>
              <a:spcAft>
                <a:spcPct val="0"/>
              </a:spcAft>
              <a:buClr>
                <a:srgbClr val="708CA1"/>
              </a:buClr>
              <a:buFont typeface="Wingdings"/>
              <a:buChar char="§"/>
            </a:pPr>
            <a:endParaRPr lang="zh-CN" altLang="en-US" sz="2000" dirty="0">
              <a:latin typeface="Arial" pitchFamily="34" charset="0"/>
              <a:ea typeface="黑体" pitchFamily="49" charset="-122"/>
              <a:cs typeface="Arial" pitchFamily="34" charset="0"/>
            </a:endParaRPr>
          </a:p>
          <a:p>
            <a:pPr marL="236555" indent="-236555" algn="l" defTabSz="814365">
              <a:lnSpc>
                <a:spcPct val="75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所有网络设备都有一个默认的 </a:t>
            </a:r>
            <a:r>
              <a:rPr lang="en-US" altLang="zh-CN" sz="2000" b="0" i="0" dirty="0">
                <a:solidFill>
                  <a:srgbClr val="000000"/>
                </a:solidFill>
                <a:latin typeface="Arial" pitchFamily="34" charset="0"/>
                <a:ea typeface="黑体" pitchFamily="49" charset="-122"/>
                <a:cs typeface="Arial" pitchFamily="34" charset="0"/>
              </a:rPr>
              <a:t>IOS</a:t>
            </a:r>
          </a:p>
          <a:p>
            <a:pPr marL="0" indent="0" algn="l" defTabSz="814365">
              <a:lnSpc>
                <a:spcPct val="75000"/>
              </a:lnSpc>
              <a:spcBef>
                <a:spcPct val="50000"/>
              </a:spcBef>
              <a:spcAft>
                <a:spcPct val="0"/>
              </a:spcAft>
              <a:buNone/>
            </a:pPr>
            <a:r>
              <a:rPr lang="zh-CN" altLang="en-US" sz="2000" b="0" i="0" dirty="0">
                <a:solidFill>
                  <a:srgbClr val="000000"/>
                </a:solidFill>
                <a:latin typeface="Arial" pitchFamily="34" charset="0"/>
                <a:ea typeface="黑体" pitchFamily="49" charset="-122"/>
                <a:cs typeface="Arial" pitchFamily="34" charset="0"/>
              </a:rPr>
              <a:t> </a:t>
            </a:r>
          </a:p>
          <a:p>
            <a:pPr marL="236555" indent="-236555" algn="l" defTabSz="814365">
              <a:lnSpc>
                <a:spcPct val="75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可以对 </a:t>
            </a:r>
            <a:r>
              <a:rPr lang="en-US" altLang="zh-CN" sz="2000" b="0" i="0" dirty="0">
                <a:solidFill>
                  <a:srgbClr val="000000"/>
                </a:solidFill>
                <a:latin typeface="Arial" pitchFamily="34" charset="0"/>
                <a:ea typeface="黑体" pitchFamily="49" charset="-122"/>
                <a:cs typeface="Arial" pitchFamily="34" charset="0"/>
              </a:rPr>
              <a:t>IOS </a:t>
            </a:r>
            <a:r>
              <a:rPr lang="zh-CN" altLang="en-US" sz="2000" b="0" i="0" dirty="0">
                <a:solidFill>
                  <a:srgbClr val="000000"/>
                </a:solidFill>
                <a:latin typeface="Arial" pitchFamily="34" charset="0"/>
                <a:ea typeface="黑体" pitchFamily="49" charset="-122"/>
                <a:cs typeface="Arial" pitchFamily="34" charset="0"/>
              </a:rPr>
              <a:t>版本或功能集进行升级</a:t>
            </a:r>
            <a:endParaRPr lang="zh-CN" altLang="en-US" sz="2000" dirty="0">
              <a:latin typeface="Arial" pitchFamily="34" charset="0"/>
              <a:ea typeface="黑体" pitchFamily="49" charset="-122"/>
              <a:cs typeface="Arial" pitchFamily="34" charset="0"/>
            </a:endParaRPr>
          </a:p>
        </p:txBody>
      </p:sp>
    </p:spTree>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8866" name="Rectangle 2"/>
          <p:cNvSpPr>
            <a:spLocks noGrp="1" noChangeArrowheads="1"/>
          </p:cNvSpPr>
          <p:nvPr>
            <p:ph type="title"/>
          </p:nvPr>
        </p:nvSpPr>
        <p:spPr>
          <a:xfrm>
            <a:off x="655638" y="399679"/>
            <a:ext cx="8145462" cy="838200"/>
          </a:xfrm>
        </p:spPr>
        <p:txBody>
          <a:bodyPr/>
          <a:lstStyle/>
          <a:p>
            <a:r>
              <a:rPr lang="en-US" altLang="zh-CN" dirty="0">
                <a:ea typeface="宋体" charset="-122"/>
              </a:rPr>
              <a:t>1 .1</a:t>
            </a:r>
            <a:r>
              <a:rPr lang="zh-CN" altLang="en-US" dirty="0">
                <a:ea typeface="宋体" charset="-122"/>
              </a:rPr>
              <a:t>路由器的 </a:t>
            </a:r>
            <a:r>
              <a:rPr lang="en-US" altLang="zh-CN" dirty="0">
                <a:ea typeface="宋体" charset="-122"/>
              </a:rPr>
              <a:t>CPU </a:t>
            </a:r>
            <a:r>
              <a:rPr lang="zh-CN" altLang="en-US" dirty="0">
                <a:ea typeface="宋体" charset="-122"/>
              </a:rPr>
              <a:t>和存储器</a:t>
            </a:r>
          </a:p>
        </p:txBody>
      </p:sp>
      <p:sp>
        <p:nvSpPr>
          <p:cNvPr id="1188867" name="Rectangle 3"/>
          <p:cNvSpPr>
            <a:spLocks noGrp="1" noChangeArrowheads="1"/>
          </p:cNvSpPr>
          <p:nvPr>
            <p:ph type="body" idx="1"/>
          </p:nvPr>
        </p:nvSpPr>
        <p:spPr>
          <a:xfrm>
            <a:off x="655638" y="1392238"/>
            <a:ext cx="7940675" cy="5076825"/>
          </a:xfrm>
        </p:spPr>
        <p:txBody>
          <a:bodyPr/>
          <a:lstStyle/>
          <a:p>
            <a:r>
              <a:rPr lang="zh-CN" altLang="en-US" sz="2000" dirty="0">
                <a:ea typeface="宋体" charset="-122"/>
              </a:rPr>
              <a:t>路由器的组成及功能</a:t>
            </a:r>
          </a:p>
          <a:p>
            <a:pPr lvl="1">
              <a:buClr>
                <a:schemeClr val="accent1"/>
              </a:buClr>
              <a:buFont typeface="Wingdings" pitchFamily="2" charset="2"/>
              <a:buChar char="§"/>
            </a:pPr>
            <a:r>
              <a:rPr lang="en-US" altLang="zh-CN" sz="1800" b="1" dirty="0">
                <a:ea typeface="宋体" charset="-122"/>
              </a:rPr>
              <a:t>CPU</a:t>
            </a:r>
            <a:r>
              <a:rPr lang="en-US" altLang="zh-CN" sz="1800" dirty="0">
                <a:ea typeface="宋体" charset="-122"/>
              </a:rPr>
              <a:t> – </a:t>
            </a:r>
            <a:r>
              <a:rPr lang="zh-CN" altLang="en-US" sz="1800" dirty="0">
                <a:ea typeface="宋体" charset="-122"/>
              </a:rPr>
              <a:t>执行操作系统的指令</a:t>
            </a:r>
          </a:p>
          <a:p>
            <a:pPr lvl="1">
              <a:lnSpc>
                <a:spcPct val="80000"/>
              </a:lnSpc>
              <a:buClr>
                <a:schemeClr val="accent1"/>
              </a:buClr>
              <a:buFont typeface="Wingdings" pitchFamily="2" charset="2"/>
              <a:buChar char="§"/>
            </a:pPr>
            <a:r>
              <a:rPr lang="zh-CN" altLang="en-US" sz="1800" b="1" dirty="0">
                <a:ea typeface="宋体" charset="-122"/>
              </a:rPr>
              <a:t>随机访问存储器 </a:t>
            </a:r>
            <a:r>
              <a:rPr lang="en-US" altLang="zh-CN" sz="1800" b="1" dirty="0">
                <a:ea typeface="宋体" charset="-122"/>
              </a:rPr>
              <a:t>(RAM)</a:t>
            </a:r>
            <a:r>
              <a:rPr lang="en-US" altLang="zh-CN" sz="1800" dirty="0">
                <a:ea typeface="宋体" charset="-122"/>
              </a:rPr>
              <a:t> – </a:t>
            </a:r>
            <a:r>
              <a:rPr lang="en-US" altLang="zh-CN" sz="1600" b="1" dirty="0">
                <a:solidFill>
                  <a:schemeClr val="accent2"/>
                </a:solidFill>
                <a:ea typeface="宋体" charset="-122"/>
              </a:rPr>
              <a:t>RAM</a:t>
            </a:r>
            <a:r>
              <a:rPr lang="zh-CN" altLang="en-US" sz="1600" b="1" dirty="0">
                <a:solidFill>
                  <a:schemeClr val="accent2"/>
                </a:solidFill>
                <a:ea typeface="宋体" charset="-122"/>
              </a:rPr>
              <a:t>中内容断电丢失</a:t>
            </a:r>
            <a:endParaRPr lang="en-US" altLang="zh-CN" sz="1600" b="1" dirty="0">
              <a:solidFill>
                <a:schemeClr val="accent2"/>
              </a:solidFill>
              <a:ea typeface="宋体" charset="-122"/>
            </a:endParaRPr>
          </a:p>
          <a:p>
            <a:pPr lvl="2">
              <a:buFontTx/>
              <a:buChar char="•"/>
            </a:pPr>
            <a:r>
              <a:rPr lang="zh-CN" altLang="en-US" sz="1600" dirty="0">
                <a:ea typeface="宋体" charset="-122"/>
              </a:rPr>
              <a:t>运行操作系统</a:t>
            </a:r>
            <a:r>
              <a:rPr lang="en-US" altLang="zh-CN" sz="1600" dirty="0">
                <a:ea typeface="宋体" charset="-122"/>
              </a:rPr>
              <a:t>:</a:t>
            </a:r>
          </a:p>
          <a:p>
            <a:pPr lvl="2">
              <a:buFontTx/>
              <a:buChar char="•"/>
            </a:pPr>
            <a:r>
              <a:rPr lang="zh-CN" altLang="en-US" sz="1600" dirty="0">
                <a:ea typeface="宋体" charset="-122"/>
              </a:rPr>
              <a:t>运行配置文件</a:t>
            </a:r>
            <a:r>
              <a:rPr lang="en-US" altLang="zh-CN" sz="1600" dirty="0">
                <a:ea typeface="宋体" charset="-122"/>
              </a:rPr>
              <a:t>: </a:t>
            </a:r>
          </a:p>
          <a:p>
            <a:pPr lvl="2">
              <a:buFontTx/>
              <a:buChar char="•"/>
            </a:pPr>
            <a:r>
              <a:rPr lang="en-US" altLang="zh-CN" sz="1600" dirty="0">
                <a:ea typeface="宋体" charset="-122"/>
              </a:rPr>
              <a:t>IP </a:t>
            </a:r>
            <a:r>
              <a:rPr lang="zh-CN" altLang="en-US" sz="1600" dirty="0">
                <a:ea typeface="宋体" charset="-122"/>
              </a:rPr>
              <a:t>路由表</a:t>
            </a:r>
            <a:r>
              <a:rPr lang="en-US" altLang="zh-CN" sz="1600" dirty="0">
                <a:ea typeface="宋体" charset="-122"/>
              </a:rPr>
              <a:t>: </a:t>
            </a:r>
          </a:p>
          <a:p>
            <a:pPr lvl="2">
              <a:buFontTx/>
              <a:buChar char="•"/>
            </a:pPr>
            <a:r>
              <a:rPr lang="en-US" altLang="zh-CN" sz="1600" dirty="0">
                <a:ea typeface="宋体" charset="-122"/>
              </a:rPr>
              <a:t>ARP </a:t>
            </a:r>
            <a:r>
              <a:rPr lang="zh-CN" altLang="en-US" sz="1600" dirty="0">
                <a:ea typeface="宋体" charset="-122"/>
              </a:rPr>
              <a:t>缓存</a:t>
            </a:r>
            <a:r>
              <a:rPr lang="en-US" altLang="zh-CN" sz="1600" dirty="0">
                <a:ea typeface="宋体" charset="-122"/>
              </a:rPr>
              <a:t>: </a:t>
            </a:r>
          </a:p>
          <a:p>
            <a:pPr lvl="2">
              <a:buFontTx/>
              <a:buChar char="•"/>
            </a:pPr>
            <a:r>
              <a:rPr lang="zh-CN" altLang="en-US" sz="1600" dirty="0">
                <a:ea typeface="宋体" charset="-122"/>
              </a:rPr>
              <a:t>数据包缓存区</a:t>
            </a:r>
            <a:r>
              <a:rPr lang="en-US" altLang="zh-CN" sz="1600" dirty="0">
                <a:ea typeface="宋体" charset="-122"/>
              </a:rPr>
              <a:t>:</a:t>
            </a:r>
          </a:p>
          <a:p>
            <a:pPr lvl="1">
              <a:lnSpc>
                <a:spcPct val="80000"/>
              </a:lnSpc>
              <a:buClr>
                <a:schemeClr val="accent1"/>
              </a:buClr>
              <a:buFont typeface="Wingdings" pitchFamily="2" charset="2"/>
              <a:buChar char="§"/>
            </a:pPr>
            <a:r>
              <a:rPr lang="zh-CN" altLang="en-US" sz="1800" b="1" dirty="0">
                <a:ea typeface="宋体" charset="-122"/>
              </a:rPr>
              <a:t>只读存储器 </a:t>
            </a:r>
            <a:r>
              <a:rPr lang="en-US" altLang="zh-CN" sz="1800" b="1" dirty="0">
                <a:ea typeface="宋体" charset="-122"/>
              </a:rPr>
              <a:t>(ROM)</a:t>
            </a:r>
            <a:r>
              <a:rPr lang="en-US" altLang="zh-CN" sz="1800" dirty="0">
                <a:ea typeface="宋体" charset="-122"/>
              </a:rPr>
              <a:t> – </a:t>
            </a:r>
            <a:r>
              <a:rPr lang="zh-CN" altLang="en-US" sz="1800" dirty="0">
                <a:ea typeface="宋体" charset="-122"/>
              </a:rPr>
              <a:t>保存开机自检软件</a:t>
            </a:r>
            <a:r>
              <a:rPr lang="en-US" altLang="zh-CN" sz="1800" dirty="0">
                <a:ea typeface="宋体" charset="-122"/>
              </a:rPr>
              <a:t>. </a:t>
            </a:r>
            <a:r>
              <a:rPr lang="zh-CN" altLang="en-US" sz="1800" dirty="0">
                <a:ea typeface="宋体" charset="-122"/>
              </a:rPr>
              <a:t>，存储路由器的启动引导程序</a:t>
            </a:r>
          </a:p>
          <a:p>
            <a:pPr lvl="2">
              <a:buFontTx/>
              <a:buChar char="•"/>
            </a:pPr>
            <a:r>
              <a:rPr lang="en-US" altLang="zh-CN" sz="1800" dirty="0">
                <a:ea typeface="宋体" charset="-122"/>
              </a:rPr>
              <a:t>bootstrap </a:t>
            </a:r>
            <a:r>
              <a:rPr lang="zh-CN" altLang="en-US" sz="1800" dirty="0">
                <a:ea typeface="宋体" charset="-122"/>
              </a:rPr>
              <a:t>指令</a:t>
            </a:r>
            <a:endParaRPr lang="zh-CN" altLang="en-US" sz="1600" dirty="0">
              <a:ea typeface="宋体" charset="-122"/>
            </a:endParaRPr>
          </a:p>
          <a:p>
            <a:pPr lvl="2">
              <a:buFontTx/>
              <a:buChar char="•"/>
            </a:pPr>
            <a:r>
              <a:rPr lang="zh-CN" altLang="en-US" sz="1600" dirty="0">
                <a:ea typeface="宋体" charset="-122"/>
              </a:rPr>
              <a:t>基本的自检软件</a:t>
            </a:r>
          </a:p>
          <a:p>
            <a:pPr lvl="2">
              <a:buFontTx/>
              <a:buChar char="•"/>
            </a:pPr>
            <a:r>
              <a:rPr lang="zh-CN" altLang="en-US" sz="1600" dirty="0">
                <a:ea typeface="宋体" charset="-122"/>
              </a:rPr>
              <a:t>迷你版 </a:t>
            </a:r>
            <a:r>
              <a:rPr lang="en-US" altLang="zh-CN" sz="1600" dirty="0">
                <a:ea typeface="宋体" charset="-122"/>
              </a:rPr>
              <a:t>IOS.</a:t>
            </a:r>
          </a:p>
          <a:p>
            <a:pPr lvl="1">
              <a:lnSpc>
                <a:spcPct val="80000"/>
              </a:lnSpc>
              <a:buClr>
                <a:schemeClr val="accent1"/>
              </a:buClr>
              <a:buFont typeface="Wingdings" pitchFamily="2" charset="2"/>
              <a:buChar char="§"/>
            </a:pPr>
            <a:r>
              <a:rPr lang="zh-CN" altLang="en-US" sz="1800" b="1" dirty="0">
                <a:ea typeface="宋体" charset="-122"/>
              </a:rPr>
              <a:t>非易失 </a:t>
            </a:r>
            <a:r>
              <a:rPr lang="en-US" altLang="zh-CN" sz="1800" b="1" dirty="0">
                <a:ea typeface="宋体" charset="-122"/>
              </a:rPr>
              <a:t>RAM (NVRAM)</a:t>
            </a:r>
            <a:r>
              <a:rPr lang="en-US" altLang="zh-CN" sz="1800" dirty="0">
                <a:ea typeface="宋体" charset="-122"/>
              </a:rPr>
              <a:t> – </a:t>
            </a:r>
            <a:r>
              <a:rPr lang="zh-CN" altLang="en-US" sz="1600" dirty="0">
                <a:ea typeface="宋体" charset="-122"/>
              </a:rPr>
              <a:t>存储启动配置</a:t>
            </a:r>
            <a:r>
              <a:rPr lang="en-US" altLang="zh-CN" sz="1600" dirty="0">
                <a:ea typeface="宋体" charset="-122"/>
              </a:rPr>
              <a:t>.  </a:t>
            </a:r>
            <a:r>
              <a:rPr lang="zh-CN" altLang="en-US" sz="1600" dirty="0">
                <a:ea typeface="宋体" charset="-122"/>
              </a:rPr>
              <a:t>这包括</a:t>
            </a:r>
            <a:r>
              <a:rPr lang="en-US" altLang="zh-CN" sz="1600" dirty="0">
                <a:ea typeface="宋体" charset="-122"/>
              </a:rPr>
              <a:t>IP</a:t>
            </a:r>
            <a:r>
              <a:rPr lang="zh-CN" altLang="en-US" sz="1600" dirty="0">
                <a:ea typeface="宋体" charset="-122"/>
              </a:rPr>
              <a:t>地址，路由协议，主机名</a:t>
            </a:r>
          </a:p>
          <a:p>
            <a:pPr lvl="1">
              <a:lnSpc>
                <a:spcPct val="80000"/>
              </a:lnSpc>
              <a:buClr>
                <a:schemeClr val="accent1"/>
              </a:buClr>
              <a:buFont typeface="Wingdings" pitchFamily="2" charset="2"/>
              <a:buChar char="§"/>
            </a:pPr>
            <a:r>
              <a:rPr lang="zh-CN" altLang="en-US" sz="1800" b="1" dirty="0">
                <a:ea typeface="宋体" charset="-122"/>
              </a:rPr>
              <a:t>闪存</a:t>
            </a:r>
            <a:r>
              <a:rPr lang="en-US" altLang="zh-CN" sz="1800" dirty="0">
                <a:ea typeface="宋体" charset="-122"/>
              </a:rPr>
              <a:t>– </a:t>
            </a:r>
            <a:r>
              <a:rPr lang="zh-CN" altLang="en-US" sz="1800" dirty="0">
                <a:ea typeface="宋体" charset="-122"/>
              </a:rPr>
              <a:t>操作系统 </a:t>
            </a:r>
            <a:r>
              <a:rPr lang="en-US" altLang="zh-CN" sz="1800" dirty="0">
                <a:ea typeface="宋体" charset="-122"/>
              </a:rPr>
              <a:t>(</a:t>
            </a:r>
            <a:r>
              <a:rPr lang="en-US" altLang="zh-CN" sz="1800" dirty="0">
                <a:solidFill>
                  <a:schemeClr val="accent2"/>
                </a:solidFill>
                <a:ea typeface="宋体" charset="-122"/>
              </a:rPr>
              <a:t>Cisco IOS</a:t>
            </a:r>
            <a:r>
              <a:rPr lang="en-US" altLang="zh-CN" sz="1800" dirty="0">
                <a:ea typeface="宋体" charset="-122"/>
              </a:rPr>
              <a:t>)</a:t>
            </a:r>
          </a:p>
          <a:p>
            <a:pPr lvl="1">
              <a:lnSpc>
                <a:spcPct val="80000"/>
              </a:lnSpc>
              <a:buClr>
                <a:schemeClr val="accent1"/>
              </a:buClr>
              <a:buFont typeface="Wingdings" pitchFamily="2" charset="2"/>
              <a:buChar char="§"/>
            </a:pPr>
            <a:r>
              <a:rPr lang="en-US" altLang="zh-CN" sz="1800" b="1" dirty="0">
                <a:ea typeface="宋体" charset="-122"/>
              </a:rPr>
              <a:t>Interfaces</a:t>
            </a:r>
            <a:r>
              <a:rPr lang="en-US" altLang="zh-CN" sz="1800" dirty="0">
                <a:ea typeface="宋体" charset="-122"/>
              </a:rPr>
              <a:t> – </a:t>
            </a:r>
            <a:r>
              <a:rPr lang="zh-CN" altLang="en-US" sz="1600" dirty="0">
                <a:ea typeface="宋体" charset="-122"/>
              </a:rPr>
              <a:t>拥有多种物理接口用于连接网络</a:t>
            </a:r>
            <a:r>
              <a:rPr lang="en-US" altLang="zh-CN" sz="1600" dirty="0">
                <a:ea typeface="宋体" charset="-122"/>
              </a:rPr>
              <a:t>.</a:t>
            </a:r>
            <a:r>
              <a:rPr lang="zh-CN" altLang="en-US" sz="1600" dirty="0">
                <a:ea typeface="宋体" charset="-122"/>
              </a:rPr>
              <a:t>接口类型举例</a:t>
            </a:r>
            <a:r>
              <a:rPr lang="en-US" altLang="zh-CN" sz="1600" dirty="0">
                <a:ea typeface="宋体" charset="-122"/>
              </a:rPr>
              <a:t>:</a:t>
            </a:r>
          </a:p>
        </p:txBody>
      </p:sp>
    </p:spTree>
    <p:extLst>
      <p:ext uri="{BB962C8B-B14F-4D97-AF65-F5344CB8AC3E}">
        <p14:creationId xmlns:p14="http://schemas.microsoft.com/office/powerpoint/2010/main" val="27181725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8674" name="Rectangle 2"/>
          <p:cNvSpPr>
            <a:spLocks noGrp="1" noChangeArrowheads="1"/>
          </p:cNvSpPr>
          <p:nvPr>
            <p:ph type="title"/>
          </p:nvPr>
        </p:nvSpPr>
        <p:spPr>
          <a:xfrm>
            <a:off x="636182" y="399679"/>
            <a:ext cx="8145462" cy="838200"/>
          </a:xfrm>
        </p:spPr>
        <p:txBody>
          <a:bodyPr/>
          <a:lstStyle/>
          <a:p>
            <a:r>
              <a:rPr lang="en-US" altLang="zh-CN" dirty="0">
                <a:ea typeface="宋体" charset="-122"/>
              </a:rPr>
              <a:t>1.2 </a:t>
            </a:r>
            <a:r>
              <a:rPr lang="zh-CN" altLang="en-US" dirty="0">
                <a:ea typeface="宋体" charset="-122"/>
              </a:rPr>
              <a:t>路由器启动步骤</a:t>
            </a:r>
          </a:p>
        </p:txBody>
      </p:sp>
      <p:sp>
        <p:nvSpPr>
          <p:cNvPr id="1308675" name="Rectangle 3"/>
          <p:cNvSpPr>
            <a:spLocks noGrp="1" noChangeArrowheads="1"/>
          </p:cNvSpPr>
          <p:nvPr>
            <p:ph type="body" idx="1"/>
          </p:nvPr>
        </p:nvSpPr>
        <p:spPr>
          <a:xfrm>
            <a:off x="216677" y="1693085"/>
            <a:ext cx="4502150" cy="3721100"/>
          </a:xfrm>
        </p:spPr>
        <p:txBody>
          <a:bodyPr/>
          <a:lstStyle/>
          <a:p>
            <a:r>
              <a:rPr lang="zh-CN" altLang="en-US" dirty="0">
                <a:ea typeface="宋体" charset="-122"/>
              </a:rPr>
              <a:t>路由器启动的主要步骤</a:t>
            </a:r>
          </a:p>
          <a:p>
            <a:pPr lvl="1">
              <a:buClr>
                <a:schemeClr val="accent1"/>
              </a:buClr>
              <a:buFont typeface="Wingdings" pitchFamily="2" charset="2"/>
              <a:buChar char="§"/>
            </a:pPr>
            <a:r>
              <a:rPr lang="zh-CN" altLang="en-US" sz="1800" dirty="0">
                <a:ea typeface="宋体" charset="-122"/>
              </a:rPr>
              <a:t>检测路由器硬件</a:t>
            </a:r>
          </a:p>
          <a:p>
            <a:pPr lvl="2"/>
            <a:r>
              <a:rPr lang="en-US" altLang="zh-CN" sz="1800" dirty="0">
                <a:ea typeface="宋体" charset="-122"/>
              </a:rPr>
              <a:t>Power-On Self Test (POST)</a:t>
            </a:r>
          </a:p>
          <a:p>
            <a:pPr lvl="2"/>
            <a:r>
              <a:rPr lang="zh-CN" altLang="en-US" sz="1800" dirty="0">
                <a:ea typeface="宋体" charset="-122"/>
              </a:rPr>
              <a:t>执行引导装入程序</a:t>
            </a:r>
          </a:p>
          <a:p>
            <a:pPr lvl="1">
              <a:buClr>
                <a:schemeClr val="accent1"/>
              </a:buClr>
              <a:buFont typeface="Wingdings" pitchFamily="2" charset="2"/>
              <a:buChar char="§"/>
            </a:pPr>
            <a:r>
              <a:rPr lang="zh-CN" altLang="en-US" sz="1800" dirty="0">
                <a:ea typeface="宋体" charset="-122"/>
              </a:rPr>
              <a:t>定位加载 </a:t>
            </a:r>
            <a:r>
              <a:rPr lang="en-US" altLang="zh-CN" sz="1800" dirty="0">
                <a:ea typeface="宋体" charset="-122"/>
              </a:rPr>
              <a:t>Cisco IOS </a:t>
            </a:r>
            <a:r>
              <a:rPr lang="zh-CN" altLang="en-US" sz="1800" dirty="0">
                <a:ea typeface="宋体" charset="-122"/>
              </a:rPr>
              <a:t>软件</a:t>
            </a:r>
          </a:p>
          <a:p>
            <a:pPr lvl="2"/>
            <a:r>
              <a:rPr lang="en-US" altLang="zh-CN" sz="1800" dirty="0">
                <a:ea typeface="宋体" charset="-122"/>
              </a:rPr>
              <a:t>-</a:t>
            </a:r>
            <a:r>
              <a:rPr lang="zh-CN" altLang="en-US" sz="1800" dirty="0">
                <a:ea typeface="宋体" charset="-122"/>
              </a:rPr>
              <a:t>定位 </a:t>
            </a:r>
            <a:r>
              <a:rPr lang="en-US" altLang="zh-CN" sz="1800" dirty="0">
                <a:ea typeface="宋体" charset="-122"/>
              </a:rPr>
              <a:t>IOS</a:t>
            </a:r>
          </a:p>
          <a:p>
            <a:pPr lvl="2"/>
            <a:r>
              <a:rPr lang="en-US" altLang="zh-CN" sz="1800" dirty="0">
                <a:ea typeface="宋体" charset="-122"/>
              </a:rPr>
              <a:t>-</a:t>
            </a:r>
            <a:r>
              <a:rPr lang="zh-CN" altLang="en-US" sz="1800" dirty="0">
                <a:ea typeface="宋体" charset="-122"/>
              </a:rPr>
              <a:t>加载 </a:t>
            </a:r>
            <a:r>
              <a:rPr lang="en-US" altLang="zh-CN" sz="1800" dirty="0">
                <a:ea typeface="宋体" charset="-122"/>
              </a:rPr>
              <a:t>IOS</a:t>
            </a:r>
          </a:p>
          <a:p>
            <a:pPr lvl="1">
              <a:buClr>
                <a:schemeClr val="accent1"/>
              </a:buClr>
              <a:buFont typeface="Wingdings" pitchFamily="2" charset="2"/>
              <a:buChar char="§"/>
            </a:pPr>
            <a:r>
              <a:rPr lang="zh-CN" altLang="en-US" dirty="0">
                <a:ea typeface="宋体" charset="-122"/>
              </a:rPr>
              <a:t>定位加载启动配置文件</a:t>
            </a:r>
          </a:p>
          <a:p>
            <a:pPr lvl="2"/>
            <a:r>
              <a:rPr lang="en-US" altLang="zh-CN" dirty="0">
                <a:ea typeface="宋体" charset="-122"/>
              </a:rPr>
              <a:t>-</a:t>
            </a:r>
            <a:r>
              <a:rPr lang="zh-CN" altLang="en-US" sz="1800" dirty="0">
                <a:ea typeface="宋体" charset="-122"/>
              </a:rPr>
              <a:t>启动程序搜寻配置文件</a:t>
            </a:r>
            <a:endParaRPr lang="en-US" altLang="zh-CN" sz="1800" dirty="0">
              <a:ea typeface="宋体" charset="-122"/>
            </a:endParaRPr>
          </a:p>
          <a:p>
            <a:pPr lvl="1">
              <a:buClr>
                <a:schemeClr val="accent1"/>
              </a:buClr>
              <a:buFont typeface="Wingdings" pitchFamily="2" charset="2"/>
              <a:buChar char="§"/>
            </a:pPr>
            <a:r>
              <a:rPr lang="zh-CN" altLang="en-US" dirty="0">
                <a:ea typeface="宋体" charset="-122"/>
              </a:rPr>
              <a:t>未查找到启动配置文件即进入配置模式</a:t>
            </a:r>
          </a:p>
          <a:p>
            <a:pPr lvl="2"/>
            <a:r>
              <a:rPr lang="en-US" altLang="zh-CN" dirty="0">
                <a:ea typeface="宋体" charset="-122"/>
              </a:rPr>
              <a:t>-</a:t>
            </a:r>
            <a:r>
              <a:rPr lang="zh-CN" altLang="en-US" sz="1800" dirty="0">
                <a:ea typeface="宋体" charset="-122"/>
              </a:rPr>
              <a:t>启动程序搜寻配置文件</a:t>
            </a:r>
            <a:endParaRPr lang="en-US" altLang="zh-CN" sz="1800" dirty="0">
              <a:ea typeface="宋体" charset="-122"/>
            </a:endParaRPr>
          </a:p>
          <a:p>
            <a:pPr lvl="2"/>
            <a:endParaRPr lang="en-US" altLang="zh-CN" sz="1800" dirty="0">
              <a:ea typeface="宋体" charset="-122"/>
            </a:endParaRPr>
          </a:p>
          <a:p>
            <a:pPr lvl="2"/>
            <a:r>
              <a:rPr lang="zh-CN" altLang="en-US" sz="1800" dirty="0">
                <a:ea typeface="宋体" charset="-122"/>
              </a:rPr>
              <a:t> </a:t>
            </a:r>
          </a:p>
        </p:txBody>
      </p:sp>
      <p:pic>
        <p:nvPicPr>
          <p:cNvPr id="13086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0738" y="4659313"/>
            <a:ext cx="4286250"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pic>
        <p:nvPicPr>
          <p:cNvPr id="13086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1688" y="3914775"/>
            <a:ext cx="4324350"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Tree>
    <p:extLst>
      <p:ext uri="{BB962C8B-B14F-4D97-AF65-F5344CB8AC3E}">
        <p14:creationId xmlns:p14="http://schemas.microsoft.com/office/powerpoint/2010/main" val="36949544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3202" name="Rectangle 2"/>
          <p:cNvSpPr>
            <a:spLocks noGrp="1" noChangeArrowheads="1"/>
          </p:cNvSpPr>
          <p:nvPr>
            <p:ph type="title"/>
          </p:nvPr>
        </p:nvSpPr>
        <p:spPr>
          <a:xfrm>
            <a:off x="607000" y="526138"/>
            <a:ext cx="8145462" cy="838200"/>
          </a:xfrm>
        </p:spPr>
        <p:txBody>
          <a:bodyPr/>
          <a:lstStyle/>
          <a:p>
            <a:r>
              <a:rPr lang="en-US" altLang="zh-CN" dirty="0">
                <a:ea typeface="宋体" charset="-122"/>
              </a:rPr>
              <a:t>1.3</a:t>
            </a:r>
            <a:r>
              <a:rPr lang="en-US" altLang="zh-CN" i="1" dirty="0">
                <a:solidFill>
                  <a:schemeClr val="accent2"/>
                </a:solidFill>
                <a:ea typeface="宋体" charset="-122"/>
              </a:rPr>
              <a:t> show version</a:t>
            </a:r>
            <a:r>
              <a:rPr lang="en-US" altLang="zh-CN" dirty="0">
                <a:ea typeface="宋体" charset="-122"/>
              </a:rPr>
              <a:t> </a:t>
            </a:r>
          </a:p>
        </p:txBody>
      </p:sp>
      <p:sp>
        <p:nvSpPr>
          <p:cNvPr id="1203203" name="Rectangle 3"/>
          <p:cNvSpPr>
            <a:spLocks noGrp="1" noChangeArrowheads="1"/>
          </p:cNvSpPr>
          <p:nvPr>
            <p:ph type="body" idx="1"/>
          </p:nvPr>
        </p:nvSpPr>
        <p:spPr>
          <a:xfrm>
            <a:off x="411163" y="1392238"/>
            <a:ext cx="7929562" cy="5087937"/>
          </a:xfrm>
        </p:spPr>
        <p:txBody>
          <a:bodyPr/>
          <a:lstStyle/>
          <a:p>
            <a:pPr lvl="1"/>
            <a:r>
              <a:rPr lang="en-US" altLang="zh-CN" dirty="0">
                <a:ea typeface="宋体" charset="-122"/>
              </a:rPr>
              <a:t>-</a:t>
            </a:r>
            <a:r>
              <a:rPr lang="en-US" altLang="zh-CN" i="1" dirty="0">
                <a:solidFill>
                  <a:schemeClr val="accent2"/>
                </a:solidFill>
                <a:ea typeface="宋体" charset="-122"/>
              </a:rPr>
              <a:t>show version</a:t>
            </a:r>
            <a:r>
              <a:rPr lang="en-US" altLang="zh-CN" dirty="0">
                <a:ea typeface="宋体" charset="-122"/>
              </a:rPr>
              <a:t> </a:t>
            </a:r>
            <a:r>
              <a:rPr lang="zh-CN" altLang="en-US" dirty="0">
                <a:ea typeface="宋体" charset="-122"/>
              </a:rPr>
              <a:t>命令用于查看路由器在启动过程中的信息。信息包括</a:t>
            </a:r>
            <a:r>
              <a:rPr lang="en-US" altLang="zh-CN" dirty="0">
                <a:ea typeface="宋体" charset="-122"/>
              </a:rPr>
              <a:t>:</a:t>
            </a:r>
          </a:p>
          <a:p>
            <a:pPr lvl="2">
              <a:buClr>
                <a:schemeClr val="accent1"/>
              </a:buClr>
              <a:buFont typeface="Wingdings" pitchFamily="2" charset="2"/>
              <a:buChar char="§"/>
            </a:pPr>
            <a:r>
              <a:rPr lang="zh-CN" altLang="en-US" dirty="0">
                <a:ea typeface="宋体" charset="-122"/>
              </a:rPr>
              <a:t>平台的 </a:t>
            </a:r>
            <a:r>
              <a:rPr lang="en-US" altLang="zh-CN" dirty="0">
                <a:ea typeface="宋体" charset="-122"/>
              </a:rPr>
              <a:t>model number</a:t>
            </a:r>
          </a:p>
          <a:p>
            <a:pPr lvl="2">
              <a:buClr>
                <a:schemeClr val="accent1"/>
              </a:buClr>
              <a:buFont typeface="Wingdings" pitchFamily="2" charset="2"/>
              <a:buChar char="§"/>
            </a:pPr>
            <a:r>
              <a:rPr lang="zh-CN" altLang="en-US" dirty="0">
                <a:ea typeface="宋体" charset="-122"/>
              </a:rPr>
              <a:t>镜像名称 和</a:t>
            </a:r>
            <a:r>
              <a:rPr lang="en-US" altLang="zh-CN" dirty="0">
                <a:ea typeface="宋体" charset="-122"/>
              </a:rPr>
              <a:t>IOS </a:t>
            </a:r>
            <a:r>
              <a:rPr lang="zh-CN" altLang="en-US" dirty="0">
                <a:ea typeface="宋体" charset="-122"/>
              </a:rPr>
              <a:t>版本</a:t>
            </a:r>
          </a:p>
          <a:p>
            <a:pPr lvl="2">
              <a:buClr>
                <a:schemeClr val="accent1"/>
              </a:buClr>
              <a:buFont typeface="Wingdings" pitchFamily="2" charset="2"/>
              <a:buChar char="§"/>
            </a:pPr>
            <a:r>
              <a:rPr lang="zh-CN" altLang="en-US" dirty="0">
                <a:ea typeface="宋体" charset="-122"/>
              </a:rPr>
              <a:t>只读存储器中的引导程序版本</a:t>
            </a:r>
          </a:p>
          <a:p>
            <a:pPr lvl="2">
              <a:buClr>
                <a:schemeClr val="accent1"/>
              </a:buClr>
              <a:buFont typeface="Wingdings" pitchFamily="2" charset="2"/>
              <a:buChar char="§"/>
            </a:pPr>
            <a:r>
              <a:rPr lang="zh-CN" altLang="en-US" dirty="0">
                <a:ea typeface="宋体" charset="-122"/>
              </a:rPr>
              <a:t>镜像文件名及存储路径</a:t>
            </a:r>
          </a:p>
          <a:p>
            <a:pPr lvl="2">
              <a:buClr>
                <a:schemeClr val="accent1"/>
              </a:buClr>
              <a:buFont typeface="Wingdings" pitchFamily="2" charset="2"/>
              <a:buChar char="§"/>
            </a:pPr>
            <a:r>
              <a:rPr lang="zh-CN" altLang="en-US" dirty="0">
                <a:ea typeface="宋体" charset="-122"/>
              </a:rPr>
              <a:t>接口的类型及编号</a:t>
            </a:r>
          </a:p>
          <a:p>
            <a:pPr lvl="2">
              <a:buClr>
                <a:schemeClr val="accent1"/>
              </a:buClr>
              <a:buFont typeface="Wingdings" pitchFamily="2" charset="2"/>
              <a:buChar char="§"/>
            </a:pPr>
            <a:r>
              <a:rPr lang="en-US" altLang="zh-CN" dirty="0">
                <a:ea typeface="宋体" charset="-122"/>
              </a:rPr>
              <a:t>NVRAM</a:t>
            </a:r>
            <a:r>
              <a:rPr lang="zh-CN" altLang="en-US" dirty="0">
                <a:ea typeface="宋体" charset="-122"/>
              </a:rPr>
              <a:t>的容量</a:t>
            </a:r>
          </a:p>
          <a:p>
            <a:pPr lvl="2">
              <a:buClr>
                <a:schemeClr val="accent1"/>
              </a:buClr>
              <a:buFont typeface="Wingdings" pitchFamily="2" charset="2"/>
              <a:buChar char="§"/>
            </a:pPr>
            <a:r>
              <a:rPr lang="en-US" altLang="zh-CN" dirty="0">
                <a:ea typeface="宋体" charset="-122"/>
              </a:rPr>
              <a:t>flash</a:t>
            </a:r>
            <a:r>
              <a:rPr lang="zh-CN" altLang="en-US" dirty="0">
                <a:ea typeface="宋体" charset="-122"/>
              </a:rPr>
              <a:t>的容量</a:t>
            </a:r>
            <a:endParaRPr lang="en-US" altLang="zh-CN" dirty="0">
              <a:ea typeface="宋体" charset="-122"/>
            </a:endParaRPr>
          </a:p>
          <a:p>
            <a:pPr lvl="2">
              <a:buClr>
                <a:schemeClr val="accent1"/>
              </a:buClr>
              <a:buFont typeface="Wingdings" pitchFamily="2" charset="2"/>
              <a:buChar char="§"/>
            </a:pPr>
            <a:r>
              <a:rPr lang="zh-CN" altLang="en-US" dirty="0">
                <a:ea typeface="宋体" charset="-122"/>
              </a:rPr>
              <a:t>配置寄存器的值</a:t>
            </a:r>
          </a:p>
        </p:txBody>
      </p:sp>
    </p:spTree>
    <p:extLst>
      <p:ext uri="{BB962C8B-B14F-4D97-AF65-F5344CB8AC3E}">
        <p14:creationId xmlns:p14="http://schemas.microsoft.com/office/powerpoint/2010/main" val="39496712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4402" name="Rectangle 2"/>
          <p:cNvSpPr>
            <a:spLocks noGrp="1" noChangeArrowheads="1"/>
          </p:cNvSpPr>
          <p:nvPr>
            <p:ph type="title"/>
          </p:nvPr>
        </p:nvSpPr>
        <p:spPr>
          <a:xfrm>
            <a:off x="655638" y="595313"/>
            <a:ext cx="8145462" cy="838200"/>
          </a:xfrm>
        </p:spPr>
        <p:txBody>
          <a:bodyPr/>
          <a:lstStyle/>
          <a:p>
            <a:r>
              <a:rPr lang="en-US" altLang="zh-CN" sz="2400" dirty="0">
                <a:ea typeface="宋体" charset="-122"/>
              </a:rPr>
              <a:t>1.3SHOW VERSION </a:t>
            </a:r>
            <a:r>
              <a:rPr lang="zh-CN" altLang="en-US" sz="2400" dirty="0">
                <a:ea typeface="宋体" charset="-122"/>
              </a:rPr>
              <a:t>命令用于查看路由器的硬件和软件情况</a:t>
            </a:r>
            <a:endParaRPr lang="en-US" altLang="zh-CN" sz="2400" dirty="0">
              <a:ea typeface="宋体" charset="-122"/>
            </a:endParaRPr>
          </a:p>
        </p:txBody>
      </p:sp>
      <p:pic>
        <p:nvPicPr>
          <p:cNvPr id="125440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6175" y="1433513"/>
            <a:ext cx="6951663" cy="4408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Tree>
    <p:extLst>
      <p:ext uri="{BB962C8B-B14F-4D97-AF65-F5344CB8AC3E}">
        <p14:creationId xmlns:p14="http://schemas.microsoft.com/office/powerpoint/2010/main" val="23904800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2962" name="Rectangle 2"/>
          <p:cNvSpPr>
            <a:spLocks noGrp="1" noChangeArrowheads="1"/>
          </p:cNvSpPr>
          <p:nvPr>
            <p:ph type="title"/>
          </p:nvPr>
        </p:nvSpPr>
        <p:spPr>
          <a:xfrm>
            <a:off x="609601" y="458045"/>
            <a:ext cx="8145462" cy="838200"/>
          </a:xfrm>
        </p:spPr>
        <p:txBody>
          <a:bodyPr/>
          <a:lstStyle/>
          <a:p>
            <a:r>
              <a:rPr lang="en-US" altLang="zh-CN" dirty="0">
                <a:ea typeface="宋体" charset="-122"/>
              </a:rPr>
              <a:t>1.4 </a:t>
            </a:r>
            <a:r>
              <a:rPr lang="zh-CN" altLang="en-US" dirty="0">
                <a:ea typeface="宋体" charset="-122"/>
              </a:rPr>
              <a:t>路由器管理接口</a:t>
            </a:r>
          </a:p>
        </p:txBody>
      </p:sp>
      <p:sp>
        <p:nvSpPr>
          <p:cNvPr id="1192963" name="Rectangle 3"/>
          <p:cNvSpPr>
            <a:spLocks noGrp="1" noChangeArrowheads="1"/>
          </p:cNvSpPr>
          <p:nvPr>
            <p:ph type="body" idx="1"/>
          </p:nvPr>
        </p:nvSpPr>
        <p:spPr>
          <a:xfrm>
            <a:off x="279400" y="1381125"/>
            <a:ext cx="8297863" cy="5076825"/>
          </a:xfrm>
        </p:spPr>
        <p:txBody>
          <a:bodyPr/>
          <a:lstStyle/>
          <a:p>
            <a:r>
              <a:rPr lang="zh-CN" altLang="en-US" sz="2000" dirty="0">
                <a:ea typeface="宋体" charset="-122"/>
              </a:rPr>
              <a:t>路由器管理接口：（带外管理 </a:t>
            </a:r>
            <a:r>
              <a:rPr lang="en-US" altLang="zh-CN" sz="2000" dirty="0">
                <a:ea typeface="宋体" charset="-122"/>
              </a:rPr>
              <a:t>OOB</a:t>
            </a:r>
            <a:r>
              <a:rPr lang="zh-CN" altLang="en-US" sz="2000" dirty="0">
                <a:ea typeface="宋体" charset="-122"/>
              </a:rPr>
              <a:t>）</a:t>
            </a:r>
          </a:p>
          <a:p>
            <a:pPr lvl="1">
              <a:buFontTx/>
              <a:buChar char="–"/>
            </a:pPr>
            <a:r>
              <a:rPr lang="en-US" altLang="zh-CN" sz="1800" b="1" dirty="0">
                <a:ea typeface="宋体" charset="-122"/>
              </a:rPr>
              <a:t>Console</a:t>
            </a:r>
            <a:r>
              <a:rPr lang="en-US" altLang="zh-CN" sz="1800" dirty="0">
                <a:ea typeface="宋体" charset="-122"/>
              </a:rPr>
              <a:t> </a:t>
            </a:r>
            <a:r>
              <a:rPr lang="zh-CN" altLang="en-US" sz="1800" dirty="0">
                <a:ea typeface="宋体" charset="-122"/>
              </a:rPr>
              <a:t>口</a:t>
            </a:r>
          </a:p>
          <a:p>
            <a:pPr lvl="1">
              <a:buFontTx/>
              <a:buChar char="–"/>
            </a:pPr>
            <a:r>
              <a:rPr lang="en-US" altLang="zh-CN" sz="1800" b="1" dirty="0">
                <a:ea typeface="宋体" charset="-122"/>
              </a:rPr>
              <a:t>Auxiliary</a:t>
            </a:r>
            <a:r>
              <a:rPr lang="en-US" altLang="zh-CN" sz="1800" dirty="0">
                <a:ea typeface="宋体" charset="-122"/>
              </a:rPr>
              <a:t> </a:t>
            </a:r>
            <a:r>
              <a:rPr lang="zh-CN" altLang="en-US" sz="1800" dirty="0">
                <a:ea typeface="宋体" charset="-122"/>
              </a:rPr>
              <a:t>口（异步接口，借助</a:t>
            </a:r>
            <a:r>
              <a:rPr lang="en-US" altLang="zh-CN" sz="1800" dirty="0">
                <a:ea typeface="宋体" charset="-122"/>
              </a:rPr>
              <a:t>Modem</a:t>
            </a:r>
            <a:r>
              <a:rPr lang="zh-CN" altLang="en-US" sz="1800" dirty="0">
                <a:ea typeface="宋体" charset="-122"/>
              </a:rPr>
              <a:t>拨号上网对路由器进行配置</a:t>
            </a:r>
          </a:p>
          <a:p>
            <a:r>
              <a:rPr lang="zh-CN" altLang="en-US" sz="2000" dirty="0">
                <a:ea typeface="宋体" charset="-122"/>
              </a:rPr>
              <a:t>路由器物理接口使得路由器接受或发送数据包（带内管理 </a:t>
            </a:r>
            <a:r>
              <a:rPr lang="en-US" altLang="zh-CN" sz="2000" dirty="0">
                <a:ea typeface="宋体" charset="-122"/>
              </a:rPr>
              <a:t>IB)</a:t>
            </a:r>
            <a:endParaRPr lang="zh-CN" altLang="en-US" sz="2000" dirty="0">
              <a:ea typeface="宋体" charset="-122"/>
            </a:endParaRPr>
          </a:p>
          <a:p>
            <a:pPr lvl="1"/>
            <a:r>
              <a:rPr lang="zh-CN" altLang="en-US" sz="1600" dirty="0">
                <a:ea typeface="宋体" charset="-122"/>
              </a:rPr>
              <a:t>每个接口连接到一个独立的网络</a:t>
            </a:r>
          </a:p>
        </p:txBody>
      </p:sp>
      <p:pic>
        <p:nvPicPr>
          <p:cNvPr id="119296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3413" y="4527550"/>
            <a:ext cx="5581650"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Tree>
    <p:extLst>
      <p:ext uri="{BB962C8B-B14F-4D97-AF65-F5344CB8AC3E}">
        <p14:creationId xmlns:p14="http://schemas.microsoft.com/office/powerpoint/2010/main" val="42212167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5250" name="Rectangle 2"/>
          <p:cNvSpPr>
            <a:spLocks noGrp="1" noChangeArrowheads="1"/>
          </p:cNvSpPr>
          <p:nvPr>
            <p:ph type="title"/>
          </p:nvPr>
        </p:nvSpPr>
        <p:spPr>
          <a:xfrm>
            <a:off x="568089" y="399679"/>
            <a:ext cx="8145462" cy="838200"/>
          </a:xfrm>
        </p:spPr>
        <p:txBody>
          <a:bodyPr/>
          <a:lstStyle/>
          <a:p>
            <a:r>
              <a:rPr lang="en-US" altLang="zh-CN" dirty="0">
                <a:ea typeface="宋体" charset="-122"/>
              </a:rPr>
              <a:t>1.5</a:t>
            </a:r>
            <a:r>
              <a:rPr lang="zh-CN" altLang="en-US" dirty="0">
                <a:ea typeface="宋体" charset="-122"/>
              </a:rPr>
              <a:t>路由器接口</a:t>
            </a:r>
            <a:endParaRPr lang="en-US" altLang="zh-CN" dirty="0">
              <a:ea typeface="宋体" charset="-122"/>
            </a:endParaRPr>
          </a:p>
        </p:txBody>
      </p:sp>
      <p:sp>
        <p:nvSpPr>
          <p:cNvPr id="1205251" name="Rectangle 3"/>
          <p:cNvSpPr>
            <a:spLocks noGrp="1" noChangeArrowheads="1"/>
          </p:cNvSpPr>
          <p:nvPr>
            <p:ph type="body" idx="1"/>
          </p:nvPr>
        </p:nvSpPr>
        <p:spPr>
          <a:xfrm>
            <a:off x="169863" y="1298575"/>
            <a:ext cx="4514850" cy="2962275"/>
          </a:xfrm>
        </p:spPr>
        <p:txBody>
          <a:bodyPr/>
          <a:lstStyle/>
          <a:p>
            <a:pPr marL="457200" indent="-457200"/>
            <a:r>
              <a:rPr lang="zh-CN" altLang="en-US" dirty="0">
                <a:ea typeface="宋体" charset="-122"/>
              </a:rPr>
              <a:t>两组主要的路由器接口</a:t>
            </a:r>
          </a:p>
          <a:p>
            <a:pPr marL="955675" lvl="1" indent="-381000">
              <a:buFontTx/>
              <a:buAutoNum type="arabicPeriod"/>
            </a:pPr>
            <a:r>
              <a:rPr lang="zh-CN" altLang="en-US" dirty="0">
                <a:ea typeface="宋体" charset="-122"/>
              </a:rPr>
              <a:t>局域网接口</a:t>
            </a:r>
            <a:r>
              <a:rPr lang="zh-CN" altLang="en-US" dirty="0">
                <a:ea typeface="宋体" charset="-122"/>
                <a:sym typeface="Wingdings" pitchFamily="2" charset="2"/>
              </a:rPr>
              <a:t>（</a:t>
            </a:r>
            <a:r>
              <a:rPr lang="zh-CN" altLang="en-US" dirty="0">
                <a:ea typeface="宋体" charset="-122"/>
              </a:rPr>
              <a:t>以太网</a:t>
            </a:r>
            <a:r>
              <a:rPr lang="en-US" altLang="zh-CN" dirty="0">
                <a:ea typeface="宋体" charset="-122"/>
              </a:rPr>
              <a:t>\</a:t>
            </a:r>
            <a:r>
              <a:rPr lang="zh-CN" altLang="en-US" dirty="0">
                <a:ea typeface="宋体" charset="-122"/>
              </a:rPr>
              <a:t>快速以太网</a:t>
            </a:r>
            <a:r>
              <a:rPr lang="en-US" altLang="zh-CN" dirty="0">
                <a:ea typeface="宋体" charset="-122"/>
              </a:rPr>
              <a:t>\</a:t>
            </a:r>
            <a:r>
              <a:rPr lang="zh-CN" altLang="en-US" dirty="0">
                <a:ea typeface="宋体" charset="-122"/>
              </a:rPr>
              <a:t>光口）</a:t>
            </a:r>
            <a:endParaRPr lang="en-US" altLang="zh-CN" dirty="0">
              <a:ea typeface="宋体" charset="-122"/>
            </a:endParaRPr>
          </a:p>
          <a:p>
            <a:pPr marL="1295400" lvl="2" indent="-381000">
              <a:buClr>
                <a:schemeClr val="accent1"/>
              </a:buClr>
              <a:buFont typeface="Wingdings" pitchFamily="2" charset="2"/>
              <a:buChar char="§"/>
            </a:pPr>
            <a:r>
              <a:rPr lang="zh-CN" altLang="en-US" dirty="0">
                <a:ea typeface="宋体" charset="-122"/>
              </a:rPr>
              <a:t>被用来连接局域网</a:t>
            </a:r>
          </a:p>
          <a:p>
            <a:pPr marL="1295400" lvl="2" indent="-381000">
              <a:buClr>
                <a:schemeClr val="accent1"/>
              </a:buClr>
              <a:buFont typeface="Wingdings" pitchFamily="2" charset="2"/>
              <a:buChar char="§"/>
            </a:pPr>
            <a:r>
              <a:rPr lang="zh-CN" altLang="en-US" dirty="0">
                <a:ea typeface="宋体" charset="-122"/>
              </a:rPr>
              <a:t>拥有二层</a:t>
            </a:r>
            <a:r>
              <a:rPr lang="en-US" altLang="zh-CN" dirty="0">
                <a:ea typeface="宋体" charset="-122"/>
              </a:rPr>
              <a:t>mac</a:t>
            </a:r>
            <a:r>
              <a:rPr lang="zh-CN" altLang="en-US" dirty="0">
                <a:ea typeface="宋体" charset="-122"/>
              </a:rPr>
              <a:t>地址 </a:t>
            </a:r>
          </a:p>
          <a:p>
            <a:pPr marL="1295400" lvl="2" indent="-381000">
              <a:buClr>
                <a:schemeClr val="accent1"/>
              </a:buClr>
              <a:buFont typeface="Wingdings" pitchFamily="2" charset="2"/>
              <a:buChar char="§"/>
            </a:pPr>
            <a:r>
              <a:rPr lang="zh-CN" altLang="en-US" dirty="0">
                <a:ea typeface="宋体" charset="-122"/>
              </a:rPr>
              <a:t>可被分配三层</a:t>
            </a:r>
            <a:r>
              <a:rPr lang="en-US" altLang="zh-CN" dirty="0">
                <a:ea typeface="宋体" charset="-122"/>
              </a:rPr>
              <a:t>IP</a:t>
            </a:r>
            <a:r>
              <a:rPr lang="zh-CN" altLang="en-US" dirty="0">
                <a:ea typeface="宋体" charset="-122"/>
              </a:rPr>
              <a:t>地址</a:t>
            </a:r>
          </a:p>
          <a:p>
            <a:pPr marL="1295400" lvl="2" indent="-381000">
              <a:buClr>
                <a:schemeClr val="accent1"/>
              </a:buClr>
              <a:buFont typeface="Wingdings" pitchFamily="2" charset="2"/>
              <a:buChar char="§"/>
            </a:pPr>
            <a:r>
              <a:rPr lang="zh-CN" altLang="en-US" dirty="0">
                <a:ea typeface="宋体" charset="-122"/>
              </a:rPr>
              <a:t>通常由 </a:t>
            </a:r>
            <a:r>
              <a:rPr lang="en-US" altLang="zh-CN" dirty="0">
                <a:solidFill>
                  <a:schemeClr val="accent2"/>
                </a:solidFill>
                <a:ea typeface="宋体" charset="-122"/>
              </a:rPr>
              <a:t>RJ-45</a:t>
            </a:r>
            <a:r>
              <a:rPr lang="zh-CN" altLang="en-US" dirty="0">
                <a:ea typeface="宋体" charset="-122"/>
              </a:rPr>
              <a:t>接口组成</a:t>
            </a:r>
          </a:p>
        </p:txBody>
      </p:sp>
      <p:sp>
        <p:nvSpPr>
          <p:cNvPr id="1205254" name="Rectangle 6"/>
          <p:cNvSpPr>
            <a:spLocks noChangeArrowheads="1"/>
          </p:cNvSpPr>
          <p:nvPr/>
        </p:nvSpPr>
        <p:spPr bwMode="auto">
          <a:xfrm>
            <a:off x="180975" y="4319588"/>
            <a:ext cx="5338763" cy="2192337"/>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124" tIns="41061" rIns="82124" bIns="41061"/>
          <a:lstStyle/>
          <a:p>
            <a:pPr marL="955675" lvl="1" indent="-381000" algn="l" defTabSz="814388">
              <a:lnSpc>
                <a:spcPct val="95000"/>
              </a:lnSpc>
              <a:spcBef>
                <a:spcPct val="35000"/>
              </a:spcBef>
              <a:buFontTx/>
              <a:buAutoNum type="arabicPeriod" startAt="2"/>
            </a:pPr>
            <a:r>
              <a:rPr lang="zh-CN" altLang="en-US" sz="1800" dirty="0">
                <a:ea typeface="宋体" charset="-122"/>
              </a:rPr>
              <a:t>广域网接口（串口、</a:t>
            </a:r>
            <a:r>
              <a:rPr lang="en-US" altLang="zh-CN" sz="1800" dirty="0">
                <a:ea typeface="宋体" charset="-122"/>
              </a:rPr>
              <a:t>DSL</a:t>
            </a:r>
            <a:r>
              <a:rPr lang="zh-CN" altLang="en-US" sz="1800" dirty="0">
                <a:ea typeface="宋体" charset="-122"/>
              </a:rPr>
              <a:t>、</a:t>
            </a:r>
            <a:r>
              <a:rPr lang="en-US" altLang="zh-CN" sz="1800" dirty="0">
                <a:ea typeface="宋体" charset="-122"/>
              </a:rPr>
              <a:t>ISDN</a:t>
            </a:r>
            <a:r>
              <a:rPr lang="zh-CN" altLang="en-US" sz="1800" dirty="0">
                <a:ea typeface="宋体" charset="-122"/>
              </a:rPr>
              <a:t>、</a:t>
            </a:r>
            <a:r>
              <a:rPr lang="en-US" altLang="zh-CN" sz="1800" dirty="0">
                <a:ea typeface="宋体" charset="-122"/>
              </a:rPr>
              <a:t>HWIC)</a:t>
            </a:r>
            <a:endParaRPr lang="zh-CN" altLang="en-US" sz="1800" dirty="0">
              <a:ea typeface="宋体" charset="-122"/>
            </a:endParaRPr>
          </a:p>
          <a:p>
            <a:pPr marL="1295400" lvl="2" indent="-381000" algn="l" defTabSz="814388">
              <a:lnSpc>
                <a:spcPct val="95000"/>
              </a:lnSpc>
              <a:spcBef>
                <a:spcPct val="35000"/>
              </a:spcBef>
              <a:buClr>
                <a:schemeClr val="accent1"/>
              </a:buClr>
              <a:buFont typeface="Wingdings" pitchFamily="2" charset="2"/>
              <a:buChar char="§"/>
            </a:pPr>
            <a:r>
              <a:rPr lang="zh-CN" altLang="en-US" sz="1800" dirty="0">
                <a:ea typeface="宋体" charset="-122"/>
              </a:rPr>
              <a:t>用于连接外部网络</a:t>
            </a:r>
            <a:r>
              <a:rPr lang="en-US" altLang="zh-CN" sz="1800" dirty="0">
                <a:ea typeface="宋体" charset="-122"/>
              </a:rPr>
              <a:t>.</a:t>
            </a:r>
          </a:p>
          <a:p>
            <a:pPr marL="1295400" lvl="2" indent="-381000" algn="l" defTabSz="814388">
              <a:lnSpc>
                <a:spcPct val="95000"/>
              </a:lnSpc>
              <a:spcBef>
                <a:spcPct val="35000"/>
              </a:spcBef>
              <a:buClr>
                <a:schemeClr val="accent1"/>
              </a:buClr>
              <a:buFont typeface="Wingdings" pitchFamily="2" charset="2"/>
              <a:buChar char="§"/>
            </a:pPr>
            <a:r>
              <a:rPr lang="zh-CN" altLang="en-US" sz="1800" dirty="0">
                <a:ea typeface="宋体" charset="-122"/>
              </a:rPr>
              <a:t>依靠广域网技术</a:t>
            </a:r>
            <a:r>
              <a:rPr lang="en-US" altLang="zh-CN" sz="1800" dirty="0">
                <a:ea typeface="宋体" charset="-122"/>
              </a:rPr>
              <a:t>, </a:t>
            </a:r>
            <a:r>
              <a:rPr lang="zh-CN" altLang="en-US" sz="1800" dirty="0">
                <a:solidFill>
                  <a:schemeClr val="accent2"/>
                </a:solidFill>
                <a:ea typeface="宋体" charset="-122"/>
              </a:rPr>
              <a:t>可应用二层地址</a:t>
            </a:r>
            <a:r>
              <a:rPr lang="en-US" altLang="zh-CN" sz="1800" dirty="0">
                <a:ea typeface="宋体" charset="-122"/>
              </a:rPr>
              <a:t>.</a:t>
            </a:r>
          </a:p>
          <a:p>
            <a:pPr marL="1295400" lvl="2" indent="-381000" algn="l" defTabSz="814388">
              <a:lnSpc>
                <a:spcPct val="95000"/>
              </a:lnSpc>
              <a:spcBef>
                <a:spcPct val="35000"/>
              </a:spcBef>
              <a:buClr>
                <a:schemeClr val="accent1"/>
              </a:buClr>
              <a:buFont typeface="Wingdings" pitchFamily="2" charset="2"/>
              <a:buChar char="§"/>
            </a:pPr>
            <a:r>
              <a:rPr lang="zh-CN" altLang="en-US" sz="1800" dirty="0">
                <a:ea typeface="宋体" charset="-122"/>
              </a:rPr>
              <a:t>使用三层地址 </a:t>
            </a:r>
          </a:p>
        </p:txBody>
      </p:sp>
      <p:pic>
        <p:nvPicPr>
          <p:cNvPr id="120525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1223" y="1899460"/>
            <a:ext cx="3362814" cy="2234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Tree>
    <p:extLst>
      <p:ext uri="{BB962C8B-B14F-4D97-AF65-F5344CB8AC3E}">
        <p14:creationId xmlns:p14="http://schemas.microsoft.com/office/powerpoint/2010/main" val="28507228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8436" name="Rectangle 4"/>
          <p:cNvSpPr>
            <a:spLocks noGrp="1" noChangeArrowheads="1"/>
          </p:cNvSpPr>
          <p:nvPr>
            <p:ph type="ctrTitle"/>
          </p:nvPr>
        </p:nvSpPr>
        <p:spPr/>
        <p:txBody>
          <a:bodyPr/>
          <a:lstStyle/>
          <a:p>
            <a:r>
              <a:rPr lang="en-US" altLang="zh-CN" dirty="0">
                <a:ea typeface="宋体" charset="-122"/>
              </a:rPr>
              <a:t>2</a:t>
            </a:r>
            <a:r>
              <a:rPr lang="zh-CN" altLang="en-US" dirty="0">
                <a:ea typeface="宋体" charset="-122"/>
              </a:rPr>
              <a:t>路由器和交换机的基本配置</a:t>
            </a:r>
          </a:p>
        </p:txBody>
      </p:sp>
      <p:sp>
        <p:nvSpPr>
          <p:cNvPr id="1298437" name="Rectangle 5"/>
          <p:cNvSpPr>
            <a:spLocks noGrp="1" noChangeArrowheads="1"/>
          </p:cNvSpPr>
          <p:nvPr>
            <p:ph type="subTitle" idx="1"/>
          </p:nvPr>
        </p:nvSpPr>
        <p:spPr/>
        <p:txBody>
          <a:bodyPr/>
          <a:lstStyle/>
          <a:p>
            <a:endParaRPr lang="zh-CN" altLang="en-US">
              <a:ea typeface="宋体" charset="-122"/>
            </a:endParaRPr>
          </a:p>
        </p:txBody>
      </p:sp>
    </p:spTree>
    <p:extLst>
      <p:ext uri="{BB962C8B-B14F-4D97-AF65-F5344CB8AC3E}">
        <p14:creationId xmlns:p14="http://schemas.microsoft.com/office/powerpoint/2010/main" val="2774883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2722" name="Rectangle 2"/>
          <p:cNvSpPr>
            <a:spLocks noGrp="1" noChangeArrowheads="1"/>
          </p:cNvSpPr>
          <p:nvPr>
            <p:ph type="title"/>
          </p:nvPr>
        </p:nvSpPr>
        <p:spPr>
          <a:xfrm>
            <a:off x="655638" y="477501"/>
            <a:ext cx="8145462" cy="838200"/>
          </a:xfrm>
        </p:spPr>
        <p:txBody>
          <a:bodyPr/>
          <a:lstStyle/>
          <a:p>
            <a:r>
              <a:rPr lang="en-US" altLang="zh-CN" dirty="0">
                <a:ea typeface="宋体" charset="-122"/>
              </a:rPr>
              <a:t>2.1</a:t>
            </a:r>
            <a:r>
              <a:rPr lang="zh-CN" altLang="en-US" dirty="0">
                <a:ea typeface="宋体" charset="-122"/>
              </a:rPr>
              <a:t>基本配置</a:t>
            </a:r>
          </a:p>
        </p:txBody>
      </p:sp>
      <p:sp>
        <p:nvSpPr>
          <p:cNvPr id="1182723" name="Rectangle 3"/>
          <p:cNvSpPr>
            <a:spLocks noGrp="1" noChangeArrowheads="1"/>
          </p:cNvSpPr>
          <p:nvPr>
            <p:ph type="body" idx="1"/>
          </p:nvPr>
        </p:nvSpPr>
        <p:spPr>
          <a:xfrm>
            <a:off x="655638" y="1392238"/>
            <a:ext cx="7940675" cy="493712"/>
          </a:xfrm>
        </p:spPr>
        <p:txBody>
          <a:bodyPr/>
          <a:lstStyle/>
          <a:p>
            <a:r>
              <a:rPr lang="zh-CN" altLang="en-US" dirty="0">
                <a:ea typeface="宋体" charset="-122"/>
              </a:rPr>
              <a:t>基本配置</a:t>
            </a:r>
          </a:p>
        </p:txBody>
      </p:sp>
      <p:pic>
        <p:nvPicPr>
          <p:cNvPr id="11827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113" y="2254250"/>
            <a:ext cx="7737475" cy="345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Tree>
    <p:extLst>
      <p:ext uri="{BB962C8B-B14F-4D97-AF65-F5344CB8AC3E}">
        <p14:creationId xmlns:p14="http://schemas.microsoft.com/office/powerpoint/2010/main" val="26678972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9346" name="Rectangle 2"/>
          <p:cNvSpPr>
            <a:spLocks noGrp="1" noChangeArrowheads="1"/>
          </p:cNvSpPr>
          <p:nvPr>
            <p:ph type="title"/>
          </p:nvPr>
        </p:nvSpPr>
        <p:spPr>
          <a:xfrm>
            <a:off x="715963" y="467772"/>
            <a:ext cx="8145462" cy="838200"/>
          </a:xfrm>
        </p:spPr>
        <p:txBody>
          <a:bodyPr/>
          <a:lstStyle/>
          <a:p>
            <a:r>
              <a:rPr lang="en-US" altLang="zh-CN" dirty="0">
                <a:ea typeface="宋体" charset="-122"/>
              </a:rPr>
              <a:t>2.2</a:t>
            </a:r>
            <a:r>
              <a:rPr lang="zh-CN" altLang="en-US" dirty="0">
                <a:ea typeface="宋体" charset="-122"/>
              </a:rPr>
              <a:t>基本的路由器配置</a:t>
            </a:r>
            <a:endParaRPr lang="en-US" altLang="zh-CN" dirty="0">
              <a:ea typeface="宋体" charset="-122"/>
            </a:endParaRPr>
          </a:p>
        </p:txBody>
      </p:sp>
      <p:sp>
        <p:nvSpPr>
          <p:cNvPr id="1209347" name="Rectangle 3"/>
          <p:cNvSpPr>
            <a:spLocks noGrp="1" noChangeArrowheads="1"/>
          </p:cNvSpPr>
          <p:nvPr>
            <p:ph type="body" idx="1"/>
          </p:nvPr>
        </p:nvSpPr>
        <p:spPr>
          <a:xfrm>
            <a:off x="655638" y="1392238"/>
            <a:ext cx="7940675" cy="515937"/>
          </a:xfrm>
        </p:spPr>
        <p:txBody>
          <a:bodyPr/>
          <a:lstStyle/>
          <a:p>
            <a:r>
              <a:rPr lang="zh-CN" altLang="en-US" dirty="0">
                <a:ea typeface="宋体" charset="-122"/>
              </a:rPr>
              <a:t>执行基本的编址方案</a:t>
            </a:r>
          </a:p>
        </p:txBody>
      </p:sp>
      <p:pic>
        <p:nvPicPr>
          <p:cNvPr id="120935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63" y="2247900"/>
            <a:ext cx="7534275" cy="3341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Tree>
    <p:extLst>
      <p:ext uri="{BB962C8B-B14F-4D97-AF65-F5344CB8AC3E}">
        <p14:creationId xmlns:p14="http://schemas.microsoft.com/office/powerpoint/2010/main" val="34219659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3442" name="Rectangle 2"/>
          <p:cNvSpPr>
            <a:spLocks noGrp="1" noChangeArrowheads="1"/>
          </p:cNvSpPr>
          <p:nvPr>
            <p:ph type="title"/>
          </p:nvPr>
        </p:nvSpPr>
        <p:spPr>
          <a:xfrm>
            <a:off x="597272" y="565049"/>
            <a:ext cx="8145462" cy="838200"/>
          </a:xfrm>
        </p:spPr>
        <p:txBody>
          <a:bodyPr/>
          <a:lstStyle/>
          <a:p>
            <a:r>
              <a:rPr lang="en-US" altLang="zh-CN" dirty="0">
                <a:ea typeface="宋体" charset="-122"/>
              </a:rPr>
              <a:t>2.2</a:t>
            </a:r>
            <a:r>
              <a:rPr lang="zh-CN" altLang="en-US" dirty="0">
                <a:ea typeface="宋体" charset="-122"/>
              </a:rPr>
              <a:t>基本的路由器配置</a:t>
            </a:r>
            <a:endParaRPr lang="en-US" altLang="zh-CN" dirty="0">
              <a:ea typeface="宋体" charset="-122"/>
            </a:endParaRPr>
          </a:p>
        </p:txBody>
      </p:sp>
      <p:sp>
        <p:nvSpPr>
          <p:cNvPr id="1213443" name="Rectangle 3"/>
          <p:cNvSpPr>
            <a:spLocks noGrp="1" noChangeArrowheads="1"/>
          </p:cNvSpPr>
          <p:nvPr>
            <p:ph type="body" idx="1"/>
          </p:nvPr>
        </p:nvSpPr>
        <p:spPr>
          <a:xfrm>
            <a:off x="655638" y="1392238"/>
            <a:ext cx="7940675" cy="5076825"/>
          </a:xfrm>
        </p:spPr>
        <p:txBody>
          <a:bodyPr/>
          <a:lstStyle/>
          <a:p>
            <a:r>
              <a:rPr lang="zh-CN" altLang="en-US">
                <a:ea typeface="宋体" charset="-122"/>
              </a:rPr>
              <a:t>检验基本的路由配置</a:t>
            </a:r>
          </a:p>
          <a:p>
            <a:pPr lvl="1"/>
            <a:r>
              <a:rPr lang="en-US" altLang="zh-CN">
                <a:ea typeface="宋体" charset="-122"/>
              </a:rPr>
              <a:t>-</a:t>
            </a:r>
            <a:r>
              <a:rPr lang="zh-CN" altLang="en-US">
                <a:ea typeface="宋体" charset="-122"/>
              </a:rPr>
              <a:t>使用 </a:t>
            </a:r>
            <a:r>
              <a:rPr lang="en-US" altLang="zh-CN" i="1">
                <a:solidFill>
                  <a:schemeClr val="accent2"/>
                </a:solidFill>
                <a:ea typeface="宋体" charset="-122"/>
              </a:rPr>
              <a:t>show running-config</a:t>
            </a:r>
            <a:r>
              <a:rPr lang="en-US" altLang="zh-CN">
                <a:ea typeface="宋体" charset="-122"/>
              </a:rPr>
              <a:t> </a:t>
            </a:r>
            <a:r>
              <a:rPr lang="zh-CN" altLang="en-US">
                <a:ea typeface="宋体" charset="-122"/>
              </a:rPr>
              <a:t>命令</a:t>
            </a:r>
          </a:p>
          <a:p>
            <a:pPr lvl="1"/>
            <a:r>
              <a:rPr lang="en-US" altLang="zh-CN">
                <a:ea typeface="宋体" charset="-122"/>
              </a:rPr>
              <a:t>-</a:t>
            </a:r>
            <a:r>
              <a:rPr lang="zh-CN" altLang="en-US">
                <a:ea typeface="宋体" charset="-122"/>
              </a:rPr>
              <a:t>存储路由器基本配置 </a:t>
            </a:r>
            <a:r>
              <a:rPr lang="en-US" altLang="zh-CN" i="1">
                <a:solidFill>
                  <a:schemeClr val="accent2"/>
                </a:solidFill>
                <a:ea typeface="宋体" charset="-122"/>
              </a:rPr>
              <a:t>copy running-config startup-config</a:t>
            </a:r>
            <a:endParaRPr lang="en-US" altLang="zh-CN">
              <a:ea typeface="宋体" charset="-122"/>
            </a:endParaRPr>
          </a:p>
          <a:p>
            <a:pPr lvl="1"/>
            <a:r>
              <a:rPr lang="en-US" altLang="zh-CN">
                <a:ea typeface="宋体" charset="-122"/>
              </a:rPr>
              <a:t>-</a:t>
            </a:r>
            <a:r>
              <a:rPr lang="zh-CN" altLang="en-US">
                <a:ea typeface="宋体" charset="-122"/>
              </a:rPr>
              <a:t>其他检验路由器的命令</a:t>
            </a:r>
            <a:r>
              <a:rPr lang="en-US" altLang="zh-CN">
                <a:ea typeface="宋体" charset="-122"/>
              </a:rPr>
              <a:t>:</a:t>
            </a:r>
          </a:p>
          <a:p>
            <a:pPr lvl="2">
              <a:buClr>
                <a:schemeClr val="accent1"/>
              </a:buClr>
              <a:buFont typeface="Wingdings" pitchFamily="2" charset="2"/>
              <a:buChar char="§"/>
            </a:pPr>
            <a:r>
              <a:rPr lang="en-US" altLang="zh-CN" i="1">
                <a:ea typeface="宋体" charset="-122"/>
              </a:rPr>
              <a:t>Show running-config</a:t>
            </a:r>
            <a:r>
              <a:rPr lang="en-US" altLang="zh-CN">
                <a:ea typeface="宋体" charset="-122"/>
              </a:rPr>
              <a:t> – </a:t>
            </a:r>
            <a:r>
              <a:rPr lang="zh-CN" altLang="en-US">
                <a:ea typeface="宋体" charset="-122"/>
              </a:rPr>
              <a:t>显示当前随机访问存储器中的配置</a:t>
            </a:r>
          </a:p>
          <a:p>
            <a:pPr lvl="2">
              <a:buClr>
                <a:schemeClr val="accent1"/>
              </a:buClr>
              <a:buFont typeface="Wingdings" pitchFamily="2" charset="2"/>
              <a:buChar char="§"/>
            </a:pPr>
            <a:r>
              <a:rPr lang="en-US" altLang="zh-CN" i="1">
                <a:ea typeface="宋体" charset="-122"/>
              </a:rPr>
              <a:t>Show startup-config</a:t>
            </a:r>
            <a:r>
              <a:rPr lang="en-US" altLang="zh-CN">
                <a:ea typeface="宋体" charset="-122"/>
              </a:rPr>
              <a:t> – </a:t>
            </a:r>
            <a:r>
              <a:rPr lang="zh-CN" altLang="en-US">
                <a:ea typeface="宋体" charset="-122"/>
              </a:rPr>
              <a:t>显示</a:t>
            </a:r>
            <a:r>
              <a:rPr lang="en-US" altLang="zh-CN">
                <a:ea typeface="宋体" charset="-122"/>
              </a:rPr>
              <a:t>NVRAM</a:t>
            </a:r>
            <a:r>
              <a:rPr lang="zh-CN" altLang="en-US">
                <a:ea typeface="宋体" charset="-122"/>
              </a:rPr>
              <a:t>中的配置文件</a:t>
            </a:r>
            <a:endParaRPr lang="en-US" altLang="zh-CN">
              <a:ea typeface="宋体" charset="-122"/>
            </a:endParaRPr>
          </a:p>
          <a:p>
            <a:pPr lvl="2">
              <a:buClr>
                <a:schemeClr val="accent1"/>
              </a:buClr>
              <a:buFont typeface="Wingdings" pitchFamily="2" charset="2"/>
              <a:buChar char="§"/>
            </a:pPr>
            <a:r>
              <a:rPr lang="en-US" altLang="zh-CN" i="1">
                <a:ea typeface="宋体" charset="-122"/>
              </a:rPr>
              <a:t>Show IP route</a:t>
            </a:r>
            <a:r>
              <a:rPr lang="en-US" altLang="zh-CN">
                <a:ea typeface="宋体" charset="-122"/>
              </a:rPr>
              <a:t> – </a:t>
            </a:r>
            <a:r>
              <a:rPr lang="zh-CN" altLang="en-US">
                <a:ea typeface="宋体" charset="-122"/>
              </a:rPr>
              <a:t>现实路由表</a:t>
            </a:r>
          </a:p>
          <a:p>
            <a:pPr lvl="2">
              <a:buClr>
                <a:schemeClr val="accent1"/>
              </a:buClr>
              <a:buFont typeface="Wingdings" pitchFamily="2" charset="2"/>
              <a:buChar char="§"/>
            </a:pPr>
            <a:r>
              <a:rPr lang="en-US" altLang="zh-CN" i="1">
                <a:ea typeface="宋体" charset="-122"/>
              </a:rPr>
              <a:t>Show interfaces</a:t>
            </a:r>
            <a:r>
              <a:rPr lang="en-US" altLang="zh-CN">
                <a:ea typeface="宋体" charset="-122"/>
              </a:rPr>
              <a:t> – </a:t>
            </a:r>
            <a:r>
              <a:rPr lang="zh-CN" altLang="en-US">
                <a:ea typeface="宋体" charset="-122"/>
              </a:rPr>
              <a:t>显示所有接口的配置信息</a:t>
            </a:r>
          </a:p>
          <a:p>
            <a:pPr lvl="2">
              <a:buClr>
                <a:schemeClr val="accent1"/>
              </a:buClr>
              <a:buFont typeface="Wingdings" pitchFamily="2" charset="2"/>
              <a:buChar char="§"/>
            </a:pPr>
            <a:r>
              <a:rPr lang="en-US" altLang="zh-CN" i="1">
                <a:ea typeface="宋体" charset="-122"/>
              </a:rPr>
              <a:t>Show IP int brief</a:t>
            </a:r>
            <a:r>
              <a:rPr lang="en-US" altLang="zh-CN">
                <a:ea typeface="宋体" charset="-122"/>
              </a:rPr>
              <a:t> -</a:t>
            </a:r>
            <a:r>
              <a:rPr lang="zh-CN" altLang="en-US">
                <a:ea typeface="宋体" charset="-122"/>
              </a:rPr>
              <a:t>显示接口的简要信息</a:t>
            </a:r>
          </a:p>
        </p:txBody>
      </p:sp>
    </p:spTree>
    <p:extLst>
      <p:ext uri="{BB962C8B-B14F-4D97-AF65-F5344CB8AC3E}">
        <p14:creationId xmlns:p14="http://schemas.microsoft.com/office/powerpoint/2010/main" val="21351558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8436" name="Rectangle 4"/>
          <p:cNvSpPr>
            <a:spLocks noGrp="1" noChangeArrowheads="1"/>
          </p:cNvSpPr>
          <p:nvPr>
            <p:ph type="ctrTitle"/>
          </p:nvPr>
        </p:nvSpPr>
        <p:spPr/>
        <p:txBody>
          <a:bodyPr/>
          <a:lstStyle/>
          <a:p>
            <a:r>
              <a:rPr lang="en-US" altLang="zh-CN" dirty="0">
                <a:ea typeface="宋体" charset="-122"/>
              </a:rPr>
              <a:t>3</a:t>
            </a:r>
            <a:r>
              <a:rPr lang="zh-CN" altLang="en-US" dirty="0">
                <a:ea typeface="宋体" charset="-122"/>
              </a:rPr>
              <a:t>、路由器和交换机的管理</a:t>
            </a:r>
          </a:p>
        </p:txBody>
      </p:sp>
      <p:sp>
        <p:nvSpPr>
          <p:cNvPr id="1298437" name="Rectangle 5"/>
          <p:cNvSpPr>
            <a:spLocks noGrp="1" noChangeArrowheads="1"/>
          </p:cNvSpPr>
          <p:nvPr>
            <p:ph type="subTitle" idx="1"/>
          </p:nvPr>
        </p:nvSpPr>
        <p:spPr/>
        <p:txBody>
          <a:bodyPr/>
          <a:lstStyle/>
          <a:p>
            <a:endParaRPr lang="zh-CN" altLang="en-US">
              <a:ea typeface="宋体" charset="-122"/>
            </a:endParaRPr>
          </a:p>
        </p:txBody>
      </p:sp>
    </p:spTree>
    <p:extLst>
      <p:ext uri="{BB962C8B-B14F-4D97-AF65-F5344CB8AC3E}">
        <p14:creationId xmlns:p14="http://schemas.microsoft.com/office/powerpoint/2010/main" val="38284167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36538" y="414338"/>
            <a:ext cx="8145462" cy="838200"/>
          </a:xfrm>
        </p:spPr>
        <p:txBody>
          <a:bodyPr/>
          <a:lstStyle/>
          <a:p>
            <a:pPr algn="l" defTabSz="814365">
              <a:spcBef>
                <a:spcPct val="0"/>
              </a:spcBef>
              <a:spcAft>
                <a:spcPct val="0"/>
              </a:spcAft>
              <a:buNone/>
            </a:pPr>
            <a:r>
              <a:rPr lang="zh-CN" altLang="en-US" sz="1800" b="1" i="0">
                <a:solidFill>
                  <a:srgbClr val="708CA1"/>
                </a:solidFill>
                <a:latin typeface="Arial" pitchFamily="34" charset="0"/>
                <a:ea typeface="黑体" pitchFamily="49" charset="-122"/>
                <a:cs typeface="Arial" pitchFamily="34" charset="0"/>
              </a:rPr>
              <a:t>访问 </a:t>
            </a:r>
            <a:r>
              <a:rPr lang="en-US" altLang="zh-CN" sz="1800" b="1" i="0">
                <a:solidFill>
                  <a:srgbClr val="708CA1"/>
                </a:solidFill>
                <a:latin typeface="Arial" pitchFamily="34" charset="0"/>
                <a:ea typeface="黑体" pitchFamily="49" charset="-122"/>
                <a:cs typeface="Arial" pitchFamily="34" charset="0"/>
              </a:rPr>
              <a:t>Cisco IOS </a:t>
            </a:r>
            <a:r>
              <a:rPr lang="zh-CN" altLang="en-US" sz="1800" b="1" i="0">
                <a:solidFill>
                  <a:srgbClr val="708CA1"/>
                </a:solidFill>
                <a:latin typeface="Arial" pitchFamily="34" charset="0"/>
                <a:ea typeface="黑体" pitchFamily="49" charset="-122"/>
                <a:cs typeface="Arial" pitchFamily="34" charset="0"/>
              </a:rPr>
              <a:t>设备</a:t>
            </a:r>
            <a:r>
              <a:rPr lang="zh-CN" altLang="en-US" sz="3200" b="1" i="0">
                <a:solidFill>
                  <a:srgbClr val="708CA1"/>
                </a:solidFill>
                <a:latin typeface="Arial" pitchFamily="34" charset="0"/>
                <a:ea typeface="黑体" pitchFamily="49" charset="-122"/>
                <a:cs typeface="Arial" pitchFamily="34" charset="0"/>
              </a:rPr>
              <a:t/>
            </a:r>
            <a:br>
              <a:rPr lang="zh-CN" altLang="en-US" sz="3200" b="1" i="0">
                <a:solidFill>
                  <a:srgbClr val="708CA1"/>
                </a:solidFill>
                <a:latin typeface="Arial" pitchFamily="34" charset="0"/>
                <a:ea typeface="黑体" pitchFamily="49" charset="-122"/>
                <a:cs typeface="Arial" pitchFamily="34" charset="0"/>
              </a:rPr>
            </a:br>
            <a:r>
              <a:rPr lang="zh-CN" altLang="en-US" sz="3200" b="1" i="0">
                <a:solidFill>
                  <a:srgbClr val="AAC1D8">
                    <a:lumMod val="75000"/>
                  </a:srgbClr>
                </a:solidFill>
                <a:latin typeface="Arial" pitchFamily="34" charset="0"/>
                <a:ea typeface="黑体" pitchFamily="49" charset="-122"/>
                <a:cs typeface="Arial" pitchFamily="34" charset="0"/>
              </a:rPr>
              <a:t>控制台访问方法</a:t>
            </a:r>
          </a:p>
        </p:txBody>
      </p:sp>
      <p:sp>
        <p:nvSpPr>
          <p:cNvPr id="14339" name="Rectangle 6"/>
          <p:cNvSpPr>
            <a:spLocks noGrp="1" noChangeArrowheads="1"/>
          </p:cNvSpPr>
          <p:nvPr>
            <p:ph idx="1"/>
          </p:nvPr>
        </p:nvSpPr>
        <p:spPr>
          <a:xfrm>
            <a:off x="627063" y="1401763"/>
            <a:ext cx="8216900" cy="5153025"/>
          </a:xfrm>
        </p:spPr>
        <p:txBody>
          <a:bodyPr/>
          <a:lstStyle/>
          <a:p>
            <a:pPr marL="0" indent="0" algn="l" defTabSz="814365">
              <a:lnSpc>
                <a:spcPct val="75000"/>
              </a:lnSpc>
              <a:spcBef>
                <a:spcPct val="50000"/>
              </a:spcBef>
              <a:spcAft>
                <a:spcPct val="0"/>
              </a:spcAft>
              <a:buNone/>
            </a:pPr>
            <a:r>
              <a:rPr lang="zh-CN" altLang="en-US" sz="2400" b="1" i="0" dirty="0">
                <a:solidFill>
                  <a:srgbClr val="000000"/>
                </a:solidFill>
                <a:latin typeface="Arial" pitchFamily="34" charset="0"/>
                <a:ea typeface="黑体" pitchFamily="49" charset="-122"/>
                <a:cs typeface="Arial" pitchFamily="34" charset="0"/>
              </a:rPr>
              <a:t>控制台端口（</a:t>
            </a:r>
            <a:r>
              <a:rPr lang="en-US" altLang="zh-CN" sz="2400" b="1" i="0" dirty="0">
                <a:solidFill>
                  <a:srgbClr val="000000"/>
                </a:solidFill>
                <a:latin typeface="Arial" pitchFamily="34" charset="0"/>
                <a:ea typeface="黑体" pitchFamily="49" charset="-122"/>
                <a:cs typeface="Arial" pitchFamily="34" charset="0"/>
              </a:rPr>
              <a:t>console</a:t>
            </a:r>
            <a:r>
              <a:rPr lang="zh-CN" altLang="en-US" sz="2400" b="1" i="0" dirty="0">
                <a:solidFill>
                  <a:srgbClr val="000000"/>
                </a:solidFill>
                <a:latin typeface="Arial" pitchFamily="34" charset="0"/>
                <a:ea typeface="黑体" pitchFamily="49" charset="-122"/>
                <a:cs typeface="Arial" pitchFamily="34" charset="0"/>
              </a:rPr>
              <a:t>）</a:t>
            </a:r>
          </a:p>
          <a:p>
            <a:pPr marL="236555" indent="-236555" algn="l" defTabSz="814365">
              <a:lnSpc>
                <a:spcPct val="75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即使没有配置网络服务，也可以访问设备（带外）</a:t>
            </a:r>
          </a:p>
          <a:p>
            <a:pPr marL="236555" indent="-236555" algn="l" defTabSz="814365">
              <a:lnSpc>
                <a:spcPct val="75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需要特殊的控制台电缆</a:t>
            </a:r>
          </a:p>
          <a:p>
            <a:pPr marL="236555" indent="-236555" algn="l" defTabSz="814365">
              <a:lnSpc>
                <a:spcPct val="75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允许输入配置命令</a:t>
            </a:r>
          </a:p>
          <a:p>
            <a:pPr marL="236555" indent="-236555" algn="l" defTabSz="814365">
              <a:lnSpc>
                <a:spcPct val="75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应当配置密码以防止未授权访问</a:t>
            </a:r>
          </a:p>
          <a:p>
            <a:pPr marL="236555" indent="-236555" algn="l" defTabSz="814365">
              <a:lnSpc>
                <a:spcPct val="75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应当将设备放在一个安全的房间里，以使控制台端口无法轻易访问</a:t>
            </a:r>
          </a:p>
          <a:p>
            <a:pPr marL="236555" indent="-236555" algn="l" defTabSz="814365">
              <a:lnSpc>
                <a:spcPct val="75000"/>
              </a:lnSpc>
              <a:spcBef>
                <a:spcPct val="50000"/>
              </a:spcBef>
              <a:spcAft>
                <a:spcPct val="0"/>
              </a:spcAft>
              <a:buClr>
                <a:srgbClr val="708CA1"/>
              </a:buClr>
              <a:buFont typeface="Wingdings"/>
              <a:buChar char="§"/>
            </a:pPr>
            <a:endParaRPr lang="zh-CN" altLang="en-US" sz="2000" dirty="0">
              <a:latin typeface="Arial" pitchFamily="34" charset="0"/>
              <a:ea typeface="黑体" pitchFamily="49" charset="-122"/>
              <a:cs typeface="Arial" pitchFamily="34" charset="0"/>
            </a:endParaRPr>
          </a:p>
          <a:p>
            <a:pPr marL="0" indent="0" algn="l" defTabSz="814365">
              <a:lnSpc>
                <a:spcPct val="75000"/>
              </a:lnSpc>
              <a:spcBef>
                <a:spcPct val="50000"/>
              </a:spcBef>
              <a:spcAft>
                <a:spcPct val="0"/>
              </a:spcAft>
              <a:buNone/>
            </a:pPr>
            <a:endParaRPr lang="zh-CN" altLang="en-US" sz="2000" dirty="0">
              <a:latin typeface="Arial" pitchFamily="34" charset="0"/>
              <a:ea typeface="黑体" pitchFamily="49" charset="-122"/>
              <a:cs typeface="Arial" pitchFamily="34" charset="0"/>
            </a:endParaRPr>
          </a:p>
        </p:txBody>
      </p:sp>
      <p:pic>
        <p:nvPicPr>
          <p:cNvPr id="1536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725" y="4316413"/>
            <a:ext cx="6450013" cy="223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
        <p:nvSpPr>
          <p:cNvPr id="15365" name="Down Arrow 1"/>
          <p:cNvSpPr>
            <a:spLocks noChangeArrowheads="1"/>
          </p:cNvSpPr>
          <p:nvPr/>
        </p:nvSpPr>
        <p:spPr bwMode="auto">
          <a:xfrm>
            <a:off x="5935663" y="4316413"/>
            <a:ext cx="742950" cy="551889"/>
          </a:xfrm>
          <a:prstGeom prst="downArrow">
            <a:avLst>
              <a:gd name="adj1" fmla="val 50000"/>
              <a:gd name="adj2" fmla="val 49971"/>
            </a:avLst>
          </a:prstGeom>
          <a:solidFill>
            <a:schemeClr val="accent1"/>
          </a:solidFill>
          <a:ln w="9525" algn="ctr">
            <a:solidFill>
              <a:schemeClr val="tx1"/>
            </a:solidFill>
            <a:round/>
            <a:headEnd/>
            <a:tailEnd/>
          </a:ln>
        </p:spPr>
        <p:txBody>
          <a:bodyPr lIns="82124" tIns="41061" rIns="82124" bIns="41061" anchor="ctr">
            <a:spAutoFit/>
          </a:bodyPr>
          <a:lstStyle/>
          <a:p>
            <a:pPr defTabSz="814388"/>
            <a:endParaRPr lang="zh-CN" altLang="en-US">
              <a:latin typeface="Arial" pitchFamily="34" charset="0"/>
              <a:ea typeface="黑体" pitchFamily="49" charset="-122"/>
              <a:cs typeface="Arial" pitchFamily="34" charset="0"/>
            </a:endParaRPr>
          </a:p>
        </p:txBody>
      </p:sp>
    </p:spTree>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1463" y="4940300"/>
            <a:ext cx="4605337" cy="1595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14338" name="Rectangle 2"/>
          <p:cNvSpPr>
            <a:spLocks noGrp="1" noChangeArrowheads="1"/>
          </p:cNvSpPr>
          <p:nvPr>
            <p:ph type="title"/>
          </p:nvPr>
        </p:nvSpPr>
        <p:spPr>
          <a:xfrm>
            <a:off x="271463" y="439738"/>
            <a:ext cx="8143875" cy="838200"/>
          </a:xfrm>
        </p:spPr>
        <p:txBody>
          <a:bodyPr/>
          <a:lstStyle/>
          <a:p>
            <a:pPr algn="l" defTabSz="814365">
              <a:spcBef>
                <a:spcPct val="0"/>
              </a:spcBef>
              <a:spcAft>
                <a:spcPct val="0"/>
              </a:spcAft>
              <a:buNone/>
            </a:pPr>
            <a:r>
              <a:rPr lang="zh-CN" altLang="en-US" sz="1800" b="1" i="0">
                <a:solidFill>
                  <a:srgbClr val="708CA1"/>
                </a:solidFill>
                <a:latin typeface="Arial" pitchFamily="34" charset="0"/>
                <a:ea typeface="黑体" pitchFamily="49" charset="-122"/>
                <a:cs typeface="Arial" pitchFamily="34" charset="0"/>
              </a:rPr>
              <a:t>访问 </a:t>
            </a:r>
            <a:r>
              <a:rPr lang="en-US" altLang="zh-CN" sz="1800" b="1" i="0">
                <a:solidFill>
                  <a:srgbClr val="708CA1"/>
                </a:solidFill>
                <a:latin typeface="Arial" pitchFamily="34" charset="0"/>
                <a:ea typeface="黑体" pitchFamily="49" charset="-122"/>
                <a:cs typeface="Arial" pitchFamily="34" charset="0"/>
              </a:rPr>
              <a:t>Cisco IOS </a:t>
            </a:r>
            <a:r>
              <a:rPr lang="zh-CN" altLang="en-US" sz="1800" b="1" i="0">
                <a:solidFill>
                  <a:srgbClr val="708CA1"/>
                </a:solidFill>
                <a:latin typeface="Arial" pitchFamily="34" charset="0"/>
                <a:ea typeface="黑体" pitchFamily="49" charset="-122"/>
                <a:cs typeface="Arial" pitchFamily="34" charset="0"/>
              </a:rPr>
              <a:t>设备</a:t>
            </a:r>
            <a:r>
              <a:rPr lang="zh-CN" altLang="en-US" sz="3200" b="1" i="0">
                <a:solidFill>
                  <a:srgbClr val="708CA1"/>
                </a:solidFill>
                <a:latin typeface="Arial" pitchFamily="34" charset="0"/>
                <a:ea typeface="黑体" pitchFamily="49" charset="-122"/>
                <a:cs typeface="Arial" pitchFamily="34" charset="0"/>
              </a:rPr>
              <a:t/>
            </a:r>
            <a:br>
              <a:rPr lang="zh-CN" altLang="en-US" sz="3200" b="1" i="0">
                <a:solidFill>
                  <a:srgbClr val="708CA1"/>
                </a:solidFill>
                <a:latin typeface="Arial" pitchFamily="34" charset="0"/>
                <a:ea typeface="黑体" pitchFamily="49" charset="-122"/>
                <a:cs typeface="Arial" pitchFamily="34" charset="0"/>
              </a:rPr>
            </a:br>
            <a:r>
              <a:rPr lang="en-US" altLang="zh-CN" sz="3200" b="1" i="0">
                <a:solidFill>
                  <a:srgbClr val="AAC1D8">
                    <a:lumMod val="75000"/>
                  </a:srgbClr>
                </a:solidFill>
                <a:latin typeface="Arial" pitchFamily="34" charset="0"/>
                <a:ea typeface="黑体" pitchFamily="49" charset="-122"/>
                <a:cs typeface="Arial" pitchFamily="34" charset="0"/>
              </a:rPr>
              <a:t>Telnet</a:t>
            </a:r>
            <a:r>
              <a:rPr lang="zh-CN" altLang="en-US" sz="3200" b="1" i="0">
                <a:solidFill>
                  <a:srgbClr val="AAC1D8">
                    <a:lumMod val="75000"/>
                  </a:srgbClr>
                </a:solidFill>
                <a:latin typeface="Arial" pitchFamily="34" charset="0"/>
                <a:ea typeface="黑体" pitchFamily="49" charset="-122"/>
                <a:cs typeface="Arial" pitchFamily="34" charset="0"/>
              </a:rPr>
              <a:t>、</a:t>
            </a:r>
            <a:r>
              <a:rPr lang="en-US" altLang="zh-CN" sz="3200" b="1" i="0">
                <a:solidFill>
                  <a:srgbClr val="AAC1D8">
                    <a:lumMod val="75000"/>
                  </a:srgbClr>
                </a:solidFill>
                <a:latin typeface="Arial" pitchFamily="34" charset="0"/>
                <a:ea typeface="黑体" pitchFamily="49" charset="-122"/>
                <a:cs typeface="Arial" pitchFamily="34" charset="0"/>
              </a:rPr>
              <a:t>SSH </a:t>
            </a:r>
            <a:r>
              <a:rPr lang="zh-CN" altLang="en-US" sz="3200" b="1" i="0">
                <a:solidFill>
                  <a:srgbClr val="AAC1D8">
                    <a:lumMod val="75000"/>
                  </a:srgbClr>
                </a:solidFill>
                <a:latin typeface="Arial" pitchFamily="34" charset="0"/>
                <a:ea typeface="黑体" pitchFamily="49" charset="-122"/>
                <a:cs typeface="Arial" pitchFamily="34" charset="0"/>
              </a:rPr>
              <a:t>和 </a:t>
            </a:r>
            <a:r>
              <a:rPr lang="en-US" altLang="zh-CN" sz="3200" b="1" i="0">
                <a:solidFill>
                  <a:srgbClr val="AAC1D8">
                    <a:lumMod val="75000"/>
                  </a:srgbClr>
                </a:solidFill>
                <a:latin typeface="Arial" pitchFamily="34" charset="0"/>
                <a:ea typeface="黑体" pitchFamily="49" charset="-122"/>
                <a:cs typeface="Arial" pitchFamily="34" charset="0"/>
              </a:rPr>
              <a:t>AUX </a:t>
            </a:r>
            <a:r>
              <a:rPr lang="zh-CN" altLang="en-US" sz="3200" b="1" i="0">
                <a:solidFill>
                  <a:srgbClr val="AAC1D8">
                    <a:lumMod val="75000"/>
                  </a:srgbClr>
                </a:solidFill>
                <a:latin typeface="Arial" pitchFamily="34" charset="0"/>
                <a:ea typeface="黑体" pitchFamily="49" charset="-122"/>
                <a:cs typeface="Arial" pitchFamily="34" charset="0"/>
              </a:rPr>
              <a:t>访问方法</a:t>
            </a:r>
          </a:p>
        </p:txBody>
      </p:sp>
      <p:sp>
        <p:nvSpPr>
          <p:cNvPr id="15363" name="Rectangle 6"/>
          <p:cNvSpPr>
            <a:spLocks noGrp="1" noChangeArrowheads="1"/>
          </p:cNvSpPr>
          <p:nvPr>
            <p:ph idx="1"/>
          </p:nvPr>
        </p:nvSpPr>
        <p:spPr>
          <a:xfrm>
            <a:off x="365125" y="1382713"/>
            <a:ext cx="8216900" cy="5153025"/>
          </a:xfrm>
        </p:spPr>
        <p:txBody>
          <a:bodyPr/>
          <a:lstStyle/>
          <a:p>
            <a:pPr marL="381030" indent="-381030" algn="l" defTabSz="814365">
              <a:lnSpc>
                <a:spcPct val="75000"/>
              </a:lnSpc>
              <a:spcBef>
                <a:spcPct val="50000"/>
              </a:spcBef>
              <a:spcAft>
                <a:spcPct val="0"/>
              </a:spcAft>
              <a:buNone/>
            </a:pPr>
            <a:r>
              <a:rPr lang="en-US" altLang="zh-CN" sz="2000" b="1" i="0" dirty="0">
                <a:solidFill>
                  <a:srgbClr val="000000"/>
                </a:solidFill>
                <a:latin typeface="Arial" pitchFamily="34" charset="0"/>
                <a:ea typeface="黑体" pitchFamily="49" charset="-122"/>
                <a:cs typeface="Arial" pitchFamily="34" charset="0"/>
              </a:rPr>
              <a:t>Telnet</a:t>
            </a:r>
            <a:r>
              <a:rPr lang="zh-CN" altLang="en-US" sz="2000" b="0" i="0" dirty="0">
                <a:solidFill>
                  <a:srgbClr val="000000"/>
                </a:solidFill>
                <a:latin typeface="Arial" pitchFamily="34" charset="0"/>
                <a:ea typeface="黑体" pitchFamily="49" charset="-122"/>
                <a:cs typeface="Arial" pitchFamily="34" charset="0"/>
              </a:rPr>
              <a:t> </a:t>
            </a:r>
          </a:p>
          <a:p>
            <a:pPr marL="236555" indent="-236555" algn="l" defTabSz="814365">
              <a:lnSpc>
                <a:spcPct val="75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通过网络远程访问 </a:t>
            </a:r>
            <a:r>
              <a:rPr lang="en-US" altLang="zh-CN" sz="2000" b="0" i="0" dirty="0">
                <a:solidFill>
                  <a:srgbClr val="000000"/>
                </a:solidFill>
                <a:latin typeface="Arial" pitchFamily="34" charset="0"/>
                <a:ea typeface="黑体" pitchFamily="49" charset="-122"/>
                <a:cs typeface="Arial" pitchFamily="34" charset="0"/>
              </a:rPr>
              <a:t>CLI </a:t>
            </a:r>
            <a:r>
              <a:rPr lang="zh-CN" altLang="en-US" sz="2000" b="0" i="0" dirty="0">
                <a:solidFill>
                  <a:srgbClr val="000000"/>
                </a:solidFill>
                <a:latin typeface="Arial" pitchFamily="34" charset="0"/>
                <a:ea typeface="黑体" pitchFamily="49" charset="-122"/>
                <a:cs typeface="Arial" pitchFamily="34" charset="0"/>
              </a:rPr>
              <a:t>的方法</a:t>
            </a:r>
          </a:p>
          <a:p>
            <a:pPr marL="236555" indent="-236555" algn="l" defTabSz="814365">
              <a:lnSpc>
                <a:spcPct val="75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要求使用活动网络服务和一个已配置的活动接口</a:t>
            </a:r>
          </a:p>
          <a:p>
            <a:pPr marL="236555" indent="-236555" algn="l" defTabSz="814365">
              <a:lnSpc>
                <a:spcPct val="75000"/>
              </a:lnSpc>
              <a:spcBef>
                <a:spcPct val="50000"/>
              </a:spcBef>
              <a:spcAft>
                <a:spcPct val="0"/>
              </a:spcAft>
              <a:buClr>
                <a:srgbClr val="708CA1"/>
              </a:buClr>
              <a:buFont typeface="Wingdings"/>
              <a:buChar char="§"/>
            </a:pPr>
            <a:endParaRPr lang="zh-CN" altLang="en-US" sz="2000" dirty="0">
              <a:latin typeface="Arial" pitchFamily="34" charset="0"/>
              <a:ea typeface="黑体" pitchFamily="49" charset="-122"/>
              <a:cs typeface="Arial" pitchFamily="34" charset="0"/>
            </a:endParaRPr>
          </a:p>
          <a:p>
            <a:pPr marL="0" indent="0" algn="l" defTabSz="814365">
              <a:lnSpc>
                <a:spcPct val="75000"/>
              </a:lnSpc>
              <a:spcBef>
                <a:spcPct val="50000"/>
              </a:spcBef>
              <a:spcAft>
                <a:spcPct val="0"/>
              </a:spcAft>
              <a:buNone/>
            </a:pPr>
            <a:r>
              <a:rPr lang="zh-CN" altLang="en-US" sz="2000" b="1" i="0" dirty="0">
                <a:solidFill>
                  <a:srgbClr val="000000"/>
                </a:solidFill>
                <a:latin typeface="Arial" pitchFamily="34" charset="0"/>
                <a:ea typeface="黑体" pitchFamily="49" charset="-122"/>
                <a:cs typeface="Arial" pitchFamily="34" charset="0"/>
              </a:rPr>
              <a:t>安全外壳 </a:t>
            </a:r>
            <a:r>
              <a:rPr lang="en-US" altLang="zh-CN" sz="2000" b="1" i="0" dirty="0">
                <a:solidFill>
                  <a:srgbClr val="000000"/>
                </a:solidFill>
                <a:latin typeface="Arial" pitchFamily="34" charset="0"/>
                <a:ea typeface="黑体" pitchFamily="49" charset="-122"/>
                <a:cs typeface="Arial" pitchFamily="34" charset="0"/>
              </a:rPr>
              <a:t>(SSH)</a:t>
            </a:r>
            <a:endParaRPr lang="zh-CN" altLang="en-US" sz="2000" b="1" i="0" dirty="0">
              <a:solidFill>
                <a:srgbClr val="000000"/>
              </a:solidFill>
              <a:latin typeface="Arial" pitchFamily="34" charset="0"/>
              <a:ea typeface="黑体" pitchFamily="49" charset="-122"/>
              <a:cs typeface="Arial" pitchFamily="34" charset="0"/>
            </a:endParaRPr>
          </a:p>
          <a:p>
            <a:pPr marL="236555" indent="-236555" algn="l" defTabSz="814365">
              <a:lnSpc>
                <a:spcPct val="75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远程登录与 </a:t>
            </a:r>
            <a:r>
              <a:rPr lang="en-US" altLang="zh-CN" sz="2000" b="0" i="0" dirty="0">
                <a:solidFill>
                  <a:srgbClr val="000000"/>
                </a:solidFill>
                <a:latin typeface="Arial" pitchFamily="34" charset="0"/>
                <a:ea typeface="黑体" pitchFamily="49" charset="-122"/>
                <a:cs typeface="Arial" pitchFamily="34" charset="0"/>
              </a:rPr>
              <a:t>Telnet </a:t>
            </a:r>
            <a:r>
              <a:rPr lang="zh-CN" altLang="en-US" sz="2000" b="0" i="0" dirty="0">
                <a:solidFill>
                  <a:srgbClr val="000000"/>
                </a:solidFill>
                <a:latin typeface="Arial" pitchFamily="34" charset="0"/>
                <a:ea typeface="黑体" pitchFamily="49" charset="-122"/>
                <a:cs typeface="Arial" pitchFamily="34" charset="0"/>
              </a:rPr>
              <a:t>类似，但安全性更高</a:t>
            </a:r>
          </a:p>
          <a:p>
            <a:pPr marL="236555" indent="-236555" algn="l" defTabSz="814365">
              <a:lnSpc>
                <a:spcPct val="75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更严格的密码身份验证</a:t>
            </a:r>
          </a:p>
          <a:p>
            <a:pPr marL="236555" indent="-236555" algn="l" defTabSz="814365">
              <a:lnSpc>
                <a:spcPct val="75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在传输数据时采用加密手段</a:t>
            </a:r>
          </a:p>
          <a:p>
            <a:pPr marL="0" indent="0" algn="l" defTabSz="814365">
              <a:lnSpc>
                <a:spcPct val="75000"/>
              </a:lnSpc>
              <a:spcBef>
                <a:spcPct val="50000"/>
              </a:spcBef>
              <a:spcAft>
                <a:spcPct val="0"/>
              </a:spcAft>
              <a:buNone/>
            </a:pPr>
            <a:endParaRPr lang="zh-CN" altLang="en-US" sz="2000" dirty="0">
              <a:latin typeface="Arial" pitchFamily="34" charset="0"/>
              <a:ea typeface="黑体" pitchFamily="49" charset="-122"/>
              <a:cs typeface="Arial" pitchFamily="34" charset="0"/>
            </a:endParaRPr>
          </a:p>
          <a:p>
            <a:pPr marL="0" indent="0" algn="l" defTabSz="814365">
              <a:lnSpc>
                <a:spcPct val="75000"/>
              </a:lnSpc>
              <a:spcBef>
                <a:spcPct val="50000"/>
              </a:spcBef>
              <a:spcAft>
                <a:spcPct val="0"/>
              </a:spcAft>
              <a:buNone/>
            </a:pPr>
            <a:r>
              <a:rPr lang="zh-CN" altLang="en-US" sz="2000" b="1" i="0" dirty="0">
                <a:solidFill>
                  <a:srgbClr val="000000"/>
                </a:solidFill>
                <a:latin typeface="Arial" pitchFamily="34" charset="0"/>
                <a:ea typeface="黑体" pitchFamily="49" charset="-122"/>
                <a:cs typeface="Arial" pitchFamily="34" charset="0"/>
              </a:rPr>
              <a:t>辅助端口</a:t>
            </a:r>
            <a:r>
              <a:rPr lang="en-US" altLang="zh-CN" sz="2000" b="1" i="0" dirty="0">
                <a:solidFill>
                  <a:srgbClr val="000000"/>
                </a:solidFill>
                <a:latin typeface="Arial" pitchFamily="34" charset="0"/>
                <a:ea typeface="黑体" pitchFamily="49" charset="-122"/>
                <a:cs typeface="Arial" pitchFamily="34" charset="0"/>
              </a:rPr>
              <a:t>(AUX</a:t>
            </a:r>
            <a:r>
              <a:rPr lang="zh-CN" altLang="en-US" sz="2000" b="1" i="0" dirty="0">
                <a:solidFill>
                  <a:srgbClr val="000000"/>
                </a:solidFill>
                <a:latin typeface="Arial" pitchFamily="34" charset="0"/>
                <a:ea typeface="黑体" pitchFamily="49" charset="-122"/>
                <a:cs typeface="Arial" pitchFamily="34" charset="0"/>
              </a:rPr>
              <a:t>）</a:t>
            </a:r>
          </a:p>
          <a:p>
            <a:pPr marL="236555" indent="-236555" algn="l" defTabSz="814365">
              <a:lnSpc>
                <a:spcPct val="75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带外连接</a:t>
            </a:r>
          </a:p>
          <a:p>
            <a:pPr marL="236555" indent="-236555" algn="l" defTabSz="814365">
              <a:lnSpc>
                <a:spcPct val="75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使用电话线</a:t>
            </a:r>
          </a:p>
          <a:p>
            <a:pPr marL="236555" indent="-236555" algn="l" defTabSz="814365">
              <a:lnSpc>
                <a:spcPct val="75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与控制台端口的使用相似 </a:t>
            </a:r>
          </a:p>
          <a:p>
            <a:pPr marL="236555" indent="-236555" algn="l" defTabSz="814365">
              <a:lnSpc>
                <a:spcPct val="75000"/>
              </a:lnSpc>
              <a:spcBef>
                <a:spcPct val="50000"/>
              </a:spcBef>
              <a:spcAft>
                <a:spcPct val="0"/>
              </a:spcAft>
              <a:buClr>
                <a:srgbClr val="708CA1"/>
              </a:buClr>
              <a:buFont typeface="Wingdings"/>
              <a:buChar char="§"/>
            </a:pPr>
            <a:endParaRPr lang="zh-CN" altLang="en-US" sz="2000" dirty="0">
              <a:latin typeface="Arial" pitchFamily="34" charset="0"/>
              <a:ea typeface="黑体" pitchFamily="49" charset="-122"/>
              <a:cs typeface="Arial" pitchFamily="34" charset="0"/>
            </a:endParaRPr>
          </a:p>
          <a:p>
            <a:pPr marL="236555" indent="-236555" algn="l" defTabSz="814365">
              <a:lnSpc>
                <a:spcPct val="75000"/>
              </a:lnSpc>
              <a:spcBef>
                <a:spcPct val="50000"/>
              </a:spcBef>
              <a:spcAft>
                <a:spcPct val="0"/>
              </a:spcAft>
              <a:buClr>
                <a:srgbClr val="708CA1"/>
              </a:buClr>
              <a:buFont typeface="Wingdings"/>
              <a:buChar char="§"/>
            </a:pPr>
            <a:endParaRPr lang="zh-CN" altLang="en-US" sz="2000" dirty="0">
              <a:latin typeface="Arial" pitchFamily="34" charset="0"/>
              <a:ea typeface="黑体" pitchFamily="49" charset="-122"/>
              <a:cs typeface="Arial" pitchFamily="34" charset="0"/>
            </a:endParaRPr>
          </a:p>
        </p:txBody>
      </p:sp>
      <p:pic>
        <p:nvPicPr>
          <p:cNvPr id="1638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86638" y="4610100"/>
            <a:ext cx="554037"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Tree>
  </p:cSld>
  <p:clrMapOvr>
    <a:masterClrMapping/>
  </p:clrMapOvr>
  <p:transition spd="med">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73050" y="433388"/>
            <a:ext cx="8145463" cy="838200"/>
          </a:xfrm>
        </p:spPr>
        <p:txBody>
          <a:bodyPr/>
          <a:lstStyle/>
          <a:p>
            <a:pPr algn="l" defTabSz="814365">
              <a:spcBef>
                <a:spcPct val="0"/>
              </a:spcBef>
              <a:spcAft>
                <a:spcPct val="0"/>
              </a:spcAft>
              <a:buNone/>
            </a:pPr>
            <a:r>
              <a:rPr lang="zh-CN" altLang="en-US" sz="1800" b="1" i="0">
                <a:solidFill>
                  <a:srgbClr val="708CA1"/>
                </a:solidFill>
                <a:latin typeface="Arial" pitchFamily="34" charset="0"/>
                <a:ea typeface="黑体" pitchFamily="49" charset="-122"/>
                <a:cs typeface="Arial" pitchFamily="34" charset="0"/>
              </a:rPr>
              <a:t>访问 </a:t>
            </a:r>
            <a:r>
              <a:rPr lang="en-US" altLang="zh-CN" sz="1800" b="1" i="0">
                <a:solidFill>
                  <a:srgbClr val="708CA1"/>
                </a:solidFill>
                <a:latin typeface="Arial" pitchFamily="34" charset="0"/>
                <a:ea typeface="黑体" pitchFamily="49" charset="-122"/>
                <a:cs typeface="Arial" pitchFamily="34" charset="0"/>
              </a:rPr>
              <a:t>Cisco IOS </a:t>
            </a:r>
            <a:r>
              <a:rPr lang="zh-CN" altLang="en-US" sz="1800" b="1" i="0">
                <a:solidFill>
                  <a:srgbClr val="708CA1"/>
                </a:solidFill>
                <a:latin typeface="Arial" pitchFamily="34" charset="0"/>
                <a:ea typeface="黑体" pitchFamily="49" charset="-122"/>
                <a:cs typeface="Arial" pitchFamily="34" charset="0"/>
              </a:rPr>
              <a:t>设备</a:t>
            </a:r>
            <a:r>
              <a:rPr lang="zh-CN" altLang="en-US" sz="3200" b="1" i="0">
                <a:solidFill>
                  <a:srgbClr val="708CA1"/>
                </a:solidFill>
                <a:latin typeface="Arial" pitchFamily="34" charset="0"/>
                <a:ea typeface="黑体" pitchFamily="49" charset="-122"/>
                <a:cs typeface="Arial" pitchFamily="34" charset="0"/>
              </a:rPr>
              <a:t/>
            </a:r>
            <a:br>
              <a:rPr lang="zh-CN" altLang="en-US" sz="3200" b="1" i="0">
                <a:solidFill>
                  <a:srgbClr val="708CA1"/>
                </a:solidFill>
                <a:latin typeface="Arial" pitchFamily="34" charset="0"/>
                <a:ea typeface="黑体" pitchFamily="49" charset="-122"/>
                <a:cs typeface="Arial" pitchFamily="34" charset="0"/>
              </a:rPr>
            </a:br>
            <a:r>
              <a:rPr lang="zh-CN" altLang="en-US" sz="3200" b="1" i="0">
                <a:solidFill>
                  <a:srgbClr val="AAC1D8">
                    <a:lumMod val="75000"/>
                  </a:srgbClr>
                </a:solidFill>
                <a:latin typeface="Arial" pitchFamily="34" charset="0"/>
                <a:ea typeface="黑体" pitchFamily="49" charset="-122"/>
                <a:cs typeface="Arial" pitchFamily="34" charset="0"/>
              </a:rPr>
              <a:t>终端仿真程序</a:t>
            </a:r>
          </a:p>
        </p:txBody>
      </p:sp>
      <p:sp>
        <p:nvSpPr>
          <p:cNvPr id="15363" name="Rectangle 6"/>
          <p:cNvSpPr>
            <a:spLocks noGrp="1" noChangeArrowheads="1"/>
          </p:cNvSpPr>
          <p:nvPr>
            <p:ph idx="1"/>
          </p:nvPr>
        </p:nvSpPr>
        <p:spPr>
          <a:xfrm>
            <a:off x="522288" y="1827213"/>
            <a:ext cx="3454400" cy="4572000"/>
          </a:xfrm>
        </p:spPr>
        <p:txBody>
          <a:bodyPr/>
          <a:lstStyle/>
          <a:p>
            <a:pPr marL="0" indent="0" algn="l" defTabSz="814365">
              <a:spcBef>
                <a:spcPct val="50000"/>
              </a:spcBef>
              <a:spcAft>
                <a:spcPct val="0"/>
              </a:spcAft>
              <a:buNone/>
            </a:pPr>
            <a:r>
              <a:rPr lang="zh-CN" altLang="en-US" sz="2000" b="0" i="0" dirty="0">
                <a:solidFill>
                  <a:srgbClr val="000000"/>
                </a:solidFill>
                <a:latin typeface="Arial" pitchFamily="34" charset="0"/>
                <a:ea typeface="黑体" pitchFamily="49" charset="-122"/>
                <a:cs typeface="Arial" pitchFamily="34" charset="0"/>
              </a:rPr>
              <a:t>可用于连接网络设备的软件</a:t>
            </a:r>
          </a:p>
          <a:p>
            <a:pPr marL="236555" indent="-236555" algn="l" defTabSz="814365">
              <a:spcBef>
                <a:spcPct val="50000"/>
              </a:spcBef>
              <a:spcAft>
                <a:spcPct val="0"/>
              </a:spcAft>
              <a:buClr>
                <a:srgbClr val="708CA1"/>
              </a:buClr>
              <a:buFont typeface="Wingdings"/>
              <a:buChar char="§"/>
            </a:pPr>
            <a:r>
              <a:rPr lang="en-US" altLang="zh-CN" sz="2000" b="0" i="0" dirty="0">
                <a:solidFill>
                  <a:srgbClr val="000000"/>
                </a:solidFill>
                <a:latin typeface="Arial" pitchFamily="34" charset="0"/>
                <a:ea typeface="黑体" pitchFamily="49" charset="-122"/>
                <a:cs typeface="Arial" pitchFamily="34" charset="0"/>
              </a:rPr>
              <a:t>PuTTY</a:t>
            </a:r>
            <a:endParaRPr lang="zh-CN" altLang="en-US" sz="2000" dirty="0">
              <a:latin typeface="Arial" pitchFamily="34" charset="0"/>
              <a:ea typeface="黑体" pitchFamily="49" charset="-122"/>
              <a:cs typeface="Arial" pitchFamily="34" charset="0"/>
            </a:endParaRPr>
          </a:p>
          <a:p>
            <a:pPr marL="236555" indent="-236555" algn="l" defTabSz="814365">
              <a:spcBef>
                <a:spcPct val="50000"/>
              </a:spcBef>
              <a:spcAft>
                <a:spcPct val="0"/>
              </a:spcAft>
              <a:buClr>
                <a:srgbClr val="708CA1"/>
              </a:buClr>
              <a:buFont typeface="Wingdings"/>
              <a:buChar char="§"/>
            </a:pPr>
            <a:r>
              <a:rPr lang="en-US" altLang="zh-CN" sz="2000" b="0" i="0" dirty="0">
                <a:solidFill>
                  <a:srgbClr val="000000"/>
                </a:solidFill>
                <a:latin typeface="Arial" pitchFamily="34" charset="0"/>
                <a:ea typeface="黑体" pitchFamily="49" charset="-122"/>
                <a:cs typeface="Arial" pitchFamily="34" charset="0"/>
              </a:rPr>
              <a:t>Tera Term</a:t>
            </a:r>
          </a:p>
          <a:p>
            <a:pPr marL="236555" indent="-236555" algn="l" defTabSz="814365">
              <a:spcBef>
                <a:spcPct val="50000"/>
              </a:spcBef>
              <a:spcAft>
                <a:spcPct val="0"/>
              </a:spcAft>
              <a:buClr>
                <a:srgbClr val="708CA1"/>
              </a:buClr>
              <a:buFont typeface="Wingdings"/>
              <a:buChar char="§"/>
            </a:pPr>
            <a:r>
              <a:rPr lang="en-US" altLang="zh-CN" sz="2000" b="0" i="0" dirty="0" err="1">
                <a:solidFill>
                  <a:srgbClr val="000000"/>
                </a:solidFill>
                <a:latin typeface="Arial" pitchFamily="34" charset="0"/>
                <a:ea typeface="黑体" pitchFamily="49" charset="-122"/>
                <a:cs typeface="Arial" pitchFamily="34" charset="0"/>
              </a:rPr>
              <a:t>SecureCRT</a:t>
            </a:r>
            <a:endParaRPr lang="zh-CN" altLang="en-US" sz="2000" dirty="0">
              <a:latin typeface="Arial" pitchFamily="34" charset="0"/>
              <a:ea typeface="黑体" pitchFamily="49" charset="-122"/>
              <a:cs typeface="Arial" pitchFamily="34" charset="0"/>
            </a:endParaRPr>
          </a:p>
          <a:p>
            <a:pPr marL="236555" indent="-236555" algn="l" defTabSz="814365">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超级终端</a:t>
            </a:r>
          </a:p>
          <a:p>
            <a:pPr marL="236555" indent="-236555" algn="l" defTabSz="814365">
              <a:spcBef>
                <a:spcPct val="50000"/>
              </a:spcBef>
              <a:spcAft>
                <a:spcPct val="0"/>
              </a:spcAft>
              <a:buClr>
                <a:srgbClr val="708CA1"/>
              </a:buClr>
              <a:buFont typeface="Wingdings"/>
              <a:buChar char="§"/>
            </a:pPr>
            <a:r>
              <a:rPr lang="en-US" altLang="zh-CN" sz="2000" b="0" i="0" dirty="0">
                <a:solidFill>
                  <a:srgbClr val="000000"/>
                </a:solidFill>
                <a:latin typeface="Arial" pitchFamily="34" charset="0"/>
                <a:ea typeface="黑体" pitchFamily="49" charset="-122"/>
                <a:cs typeface="Arial" pitchFamily="34" charset="0"/>
              </a:rPr>
              <a:t>OS X </a:t>
            </a:r>
            <a:r>
              <a:rPr lang="zh-CN" altLang="en-US" sz="2000" b="0" i="0" dirty="0">
                <a:solidFill>
                  <a:srgbClr val="000000"/>
                </a:solidFill>
                <a:latin typeface="Arial" pitchFamily="34" charset="0"/>
                <a:ea typeface="黑体" pitchFamily="49" charset="-122"/>
                <a:cs typeface="Arial" pitchFamily="34" charset="0"/>
              </a:rPr>
              <a:t>终端</a:t>
            </a:r>
          </a:p>
          <a:p>
            <a:pPr marL="381030" indent="-381030" algn="l" defTabSz="814365">
              <a:lnSpc>
                <a:spcPct val="75000"/>
              </a:lnSpc>
              <a:spcBef>
                <a:spcPct val="50000"/>
              </a:spcBef>
              <a:spcAft>
                <a:spcPct val="0"/>
              </a:spcAft>
              <a:buNone/>
            </a:pPr>
            <a:endParaRPr lang="zh-CN" altLang="en-US" sz="2000" dirty="0">
              <a:latin typeface="Arial" pitchFamily="34" charset="0"/>
              <a:ea typeface="黑体" pitchFamily="49" charset="-122"/>
              <a:cs typeface="Arial" pitchFamily="34" charset="0"/>
            </a:endParaRPr>
          </a:p>
        </p:txBody>
      </p:sp>
      <p:pic>
        <p:nvPicPr>
          <p:cNvPr id="174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4338" y="1392238"/>
            <a:ext cx="4410075" cy="471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Tree>
  </p:cSld>
  <p:clrMapOvr>
    <a:masterClrMapping/>
  </p:clrMapOvr>
  <p:transition spd="med">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5"/>
          <p:cNvPicPr>
            <a:picLocks noChangeAspect="1" noChangeArrowheads="1"/>
          </p:cNvPicPr>
          <p:nvPr/>
        </p:nvPicPr>
        <p:blipFill>
          <a:blip r:embed="rId3"/>
          <a:stretch>
            <a:fillRect/>
          </a:stretch>
        </p:blipFill>
        <p:spPr bwMode="auto">
          <a:xfrm>
            <a:off x="4558835" y="4034971"/>
            <a:ext cx="3437641" cy="26050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Rectangle 2"/>
          <p:cNvSpPr>
            <a:spLocks noGrp="1" noChangeArrowheads="1"/>
          </p:cNvSpPr>
          <p:nvPr>
            <p:ph type="title"/>
          </p:nvPr>
        </p:nvSpPr>
        <p:spPr>
          <a:xfrm>
            <a:off x="292100" y="406400"/>
            <a:ext cx="8145463" cy="838200"/>
          </a:xfrm>
        </p:spPr>
        <p:txBody>
          <a:bodyPr/>
          <a:lstStyle/>
          <a:p>
            <a:pPr algn="l" defTabSz="814365">
              <a:spcBef>
                <a:spcPct val="0"/>
              </a:spcBef>
              <a:spcAft>
                <a:spcPct val="0"/>
              </a:spcAft>
              <a:buNone/>
            </a:pPr>
            <a:r>
              <a:rPr lang="zh-CN" altLang="en-US" sz="1800" b="1" i="0">
                <a:solidFill>
                  <a:srgbClr val="708CA1"/>
                </a:solidFill>
                <a:latin typeface="Arial" pitchFamily="34" charset="0"/>
                <a:ea typeface="黑体" pitchFamily="49" charset="-122"/>
                <a:cs typeface="Arial" pitchFamily="34" charset="0"/>
              </a:rPr>
              <a:t>主机名</a:t>
            </a:r>
            <a:r>
              <a:rPr lang="zh-CN" altLang="en-US" sz="3200" b="1" i="0">
                <a:solidFill>
                  <a:srgbClr val="708CA1"/>
                </a:solidFill>
                <a:latin typeface="Arial" pitchFamily="34" charset="0"/>
                <a:ea typeface="黑体" pitchFamily="49" charset="-122"/>
                <a:cs typeface="Arial" pitchFamily="34" charset="0"/>
              </a:rPr>
              <a:t/>
            </a:r>
            <a:br>
              <a:rPr lang="zh-CN" altLang="en-US" sz="3200" b="1" i="0">
                <a:solidFill>
                  <a:srgbClr val="708CA1"/>
                </a:solidFill>
                <a:latin typeface="Arial" pitchFamily="34" charset="0"/>
                <a:ea typeface="黑体" pitchFamily="49" charset="-122"/>
                <a:cs typeface="Arial" pitchFamily="34" charset="0"/>
              </a:rPr>
            </a:br>
            <a:r>
              <a:rPr lang="zh-CN" altLang="en-US" sz="3200" b="1" i="0">
                <a:solidFill>
                  <a:srgbClr val="AAC1D8">
                    <a:lumMod val="75000"/>
                  </a:srgbClr>
                </a:solidFill>
                <a:latin typeface="Arial" pitchFamily="34" charset="0"/>
                <a:ea typeface="黑体" pitchFamily="49" charset="-122"/>
                <a:cs typeface="Arial" pitchFamily="34" charset="0"/>
              </a:rPr>
              <a:t>设备名称</a:t>
            </a:r>
          </a:p>
        </p:txBody>
      </p:sp>
      <p:sp>
        <p:nvSpPr>
          <p:cNvPr id="32771" name="Rectangle 6"/>
          <p:cNvSpPr>
            <a:spLocks noGrp="1" noChangeArrowheads="1"/>
          </p:cNvSpPr>
          <p:nvPr>
            <p:ph idx="1"/>
          </p:nvPr>
        </p:nvSpPr>
        <p:spPr>
          <a:xfrm>
            <a:off x="481013" y="1400175"/>
            <a:ext cx="7821612" cy="3084513"/>
          </a:xfrm>
        </p:spPr>
        <p:txBody>
          <a:bodyPr/>
          <a:lstStyle/>
          <a:p>
            <a:pPr marL="0" indent="0" algn="l" defTabSz="814365">
              <a:spcBef>
                <a:spcPct val="50000"/>
              </a:spcBef>
              <a:spcAft>
                <a:spcPct val="0"/>
              </a:spcAft>
              <a:buNone/>
            </a:pPr>
            <a:r>
              <a:rPr lang="zh-CN" altLang="en-US" sz="2000" b="0" i="0">
                <a:solidFill>
                  <a:srgbClr val="000000"/>
                </a:solidFill>
                <a:latin typeface="Arial" pitchFamily="34" charset="0"/>
                <a:ea typeface="黑体" pitchFamily="49" charset="-122"/>
                <a:cs typeface="Arial" pitchFamily="34" charset="0"/>
              </a:rPr>
              <a:t>有关命名约定的一些方针对名称提出下列要求：</a:t>
            </a:r>
          </a:p>
          <a:p>
            <a:pPr marL="236555" indent="-236555" algn="l" defTabSz="814365">
              <a:spcBef>
                <a:spcPct val="50000"/>
              </a:spcBef>
              <a:spcAft>
                <a:spcPct val="0"/>
              </a:spcAft>
              <a:buClr>
                <a:srgbClr val="708CA1"/>
              </a:buClr>
              <a:buFont typeface="Wingdings"/>
              <a:buChar char="§"/>
            </a:pPr>
            <a:r>
              <a:rPr lang="zh-CN" altLang="en-US" sz="2000" b="0" i="0">
                <a:solidFill>
                  <a:srgbClr val="000000"/>
                </a:solidFill>
                <a:latin typeface="Arial" pitchFamily="34" charset="0"/>
                <a:ea typeface="黑体" pitchFamily="49" charset="-122"/>
                <a:cs typeface="Arial" pitchFamily="34" charset="0"/>
              </a:rPr>
              <a:t>以字母开头</a:t>
            </a:r>
          </a:p>
          <a:p>
            <a:pPr marL="236555" indent="-236555" algn="l" defTabSz="814365">
              <a:spcBef>
                <a:spcPct val="50000"/>
              </a:spcBef>
              <a:spcAft>
                <a:spcPct val="0"/>
              </a:spcAft>
              <a:buClr>
                <a:srgbClr val="708CA1"/>
              </a:buClr>
              <a:buFont typeface="Wingdings"/>
              <a:buChar char="§"/>
            </a:pPr>
            <a:r>
              <a:rPr lang="zh-CN" altLang="en-US" sz="2000" b="0" i="0">
                <a:solidFill>
                  <a:srgbClr val="000000"/>
                </a:solidFill>
                <a:latin typeface="Arial" pitchFamily="34" charset="0"/>
                <a:ea typeface="黑体" pitchFamily="49" charset="-122"/>
                <a:cs typeface="Arial" pitchFamily="34" charset="0"/>
              </a:rPr>
              <a:t>不包含空格</a:t>
            </a:r>
          </a:p>
          <a:p>
            <a:pPr marL="236555" indent="-236555" algn="l" defTabSz="814365">
              <a:spcBef>
                <a:spcPct val="50000"/>
              </a:spcBef>
              <a:spcAft>
                <a:spcPct val="0"/>
              </a:spcAft>
              <a:buClr>
                <a:srgbClr val="708CA1"/>
              </a:buClr>
              <a:buFont typeface="Wingdings"/>
              <a:buChar char="§"/>
            </a:pPr>
            <a:r>
              <a:rPr lang="zh-CN" altLang="en-US" sz="2000" b="0" i="0">
                <a:solidFill>
                  <a:srgbClr val="000000"/>
                </a:solidFill>
                <a:latin typeface="Arial" pitchFamily="34" charset="0"/>
                <a:ea typeface="黑体" pitchFamily="49" charset="-122"/>
                <a:cs typeface="Arial" pitchFamily="34" charset="0"/>
              </a:rPr>
              <a:t>以字母或数字结尾</a:t>
            </a:r>
            <a:endParaRPr lang="zh-CN" altLang="en-US" sz="2000" b="1">
              <a:latin typeface="Arial" pitchFamily="34" charset="0"/>
              <a:ea typeface="黑体" pitchFamily="49" charset="-122"/>
              <a:cs typeface="Arial" pitchFamily="34" charset="0"/>
            </a:endParaRPr>
          </a:p>
          <a:p>
            <a:pPr marL="236555" indent="-236555" algn="l" defTabSz="814365">
              <a:spcBef>
                <a:spcPct val="50000"/>
              </a:spcBef>
              <a:spcAft>
                <a:spcPct val="0"/>
              </a:spcAft>
              <a:buClr>
                <a:srgbClr val="708CA1"/>
              </a:buClr>
              <a:buFont typeface="Wingdings"/>
              <a:buChar char="§"/>
            </a:pPr>
            <a:r>
              <a:rPr lang="zh-CN" altLang="en-US" sz="2000" b="1" i="0">
                <a:solidFill>
                  <a:srgbClr val="000000"/>
                </a:solidFill>
                <a:latin typeface="Arial" pitchFamily="34" charset="0"/>
                <a:ea typeface="黑体" pitchFamily="49" charset="-122"/>
                <a:cs typeface="Arial" pitchFamily="34" charset="0"/>
              </a:rPr>
              <a:t>仅使用字母、数字和破折号</a:t>
            </a:r>
          </a:p>
          <a:p>
            <a:pPr marL="236555" indent="-236555" algn="l" defTabSz="814365">
              <a:spcBef>
                <a:spcPct val="50000"/>
              </a:spcBef>
              <a:spcAft>
                <a:spcPct val="0"/>
              </a:spcAft>
              <a:buClr>
                <a:srgbClr val="708CA1"/>
              </a:buClr>
              <a:buFont typeface="Wingdings"/>
              <a:buChar char="§"/>
            </a:pPr>
            <a:r>
              <a:rPr lang="zh-CN" altLang="en-US" sz="2000" b="0" i="0">
                <a:solidFill>
                  <a:srgbClr val="000000"/>
                </a:solidFill>
                <a:latin typeface="Arial" pitchFamily="34" charset="0"/>
                <a:ea typeface="黑体" pitchFamily="49" charset="-122"/>
                <a:cs typeface="Arial" pitchFamily="34" charset="0"/>
              </a:rPr>
              <a:t>长度小于 </a:t>
            </a:r>
            <a:r>
              <a:rPr lang="en-US" altLang="zh-CN" sz="2000" b="0" i="0">
                <a:solidFill>
                  <a:srgbClr val="000000"/>
                </a:solidFill>
                <a:latin typeface="Arial" pitchFamily="34" charset="0"/>
                <a:ea typeface="黑体" pitchFamily="49" charset="-122"/>
                <a:cs typeface="Arial" pitchFamily="34" charset="0"/>
              </a:rPr>
              <a:t>64 </a:t>
            </a:r>
            <a:r>
              <a:rPr lang="zh-CN" altLang="en-US" sz="2000" b="0" i="0">
                <a:solidFill>
                  <a:srgbClr val="000000"/>
                </a:solidFill>
                <a:latin typeface="Arial" pitchFamily="34" charset="0"/>
                <a:ea typeface="黑体" pitchFamily="49" charset="-122"/>
                <a:cs typeface="Arial" pitchFamily="34" charset="0"/>
              </a:rPr>
              <a:t>个字符</a:t>
            </a:r>
          </a:p>
          <a:p>
            <a:pPr marL="381030" indent="-381030" algn="l" defTabSz="814365">
              <a:lnSpc>
                <a:spcPct val="75000"/>
              </a:lnSpc>
              <a:spcBef>
                <a:spcPct val="50000"/>
              </a:spcBef>
              <a:spcAft>
                <a:spcPct val="0"/>
              </a:spcAft>
              <a:buNone/>
            </a:pPr>
            <a:endParaRPr lang="zh-CN" altLang="en-US" sz="2000">
              <a:latin typeface="Arial" pitchFamily="34" charset="0"/>
              <a:ea typeface="黑体" pitchFamily="49" charset="-122"/>
              <a:cs typeface="Arial" pitchFamily="34" charset="0"/>
            </a:endParaRPr>
          </a:p>
        </p:txBody>
      </p:sp>
      <p:sp>
        <p:nvSpPr>
          <p:cNvPr id="32773" name="TextBox 3"/>
          <p:cNvSpPr txBox="1">
            <a:spLocks noChangeArrowheads="1"/>
          </p:cNvSpPr>
          <p:nvPr/>
        </p:nvSpPr>
        <p:spPr bwMode="auto">
          <a:xfrm>
            <a:off x="1770063" y="4487863"/>
            <a:ext cx="2671762" cy="923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algn="ctr" eaLnBrk="0" fontAlgn="base" hangingPunct="0">
              <a:lnSpc>
                <a:spcPct val="90000"/>
              </a:lnSpc>
              <a:spcBef>
                <a:spcPct val="0"/>
              </a:spcBef>
              <a:spcAft>
                <a:spcPct val="0"/>
              </a:spcAft>
              <a:defRPr sz="2400">
                <a:solidFill>
                  <a:schemeClr val="tx1"/>
                </a:solidFill>
                <a:latin typeface="Arial" charset="0"/>
              </a:defRPr>
            </a:lvl6pPr>
            <a:lvl7pPr marL="2971800" indent="-228600" algn="ctr" eaLnBrk="0" fontAlgn="base" hangingPunct="0">
              <a:lnSpc>
                <a:spcPct val="90000"/>
              </a:lnSpc>
              <a:spcBef>
                <a:spcPct val="0"/>
              </a:spcBef>
              <a:spcAft>
                <a:spcPct val="0"/>
              </a:spcAft>
              <a:defRPr sz="2400">
                <a:solidFill>
                  <a:schemeClr val="tx1"/>
                </a:solidFill>
                <a:latin typeface="Arial" charset="0"/>
              </a:defRPr>
            </a:lvl7pPr>
            <a:lvl8pPr marL="3429000" indent="-228600" algn="ctr" eaLnBrk="0" fontAlgn="base" hangingPunct="0">
              <a:lnSpc>
                <a:spcPct val="90000"/>
              </a:lnSpc>
              <a:spcBef>
                <a:spcPct val="0"/>
              </a:spcBef>
              <a:spcAft>
                <a:spcPct val="0"/>
              </a:spcAft>
              <a:defRPr sz="2400">
                <a:solidFill>
                  <a:schemeClr val="tx1"/>
                </a:solidFill>
                <a:latin typeface="Arial" charset="0"/>
              </a:defRPr>
            </a:lvl8pPr>
            <a:lvl9pPr marL="3886200" indent="-228600" algn="ctr" eaLnBrk="0" fontAlgn="base" hangingPunct="0">
              <a:lnSpc>
                <a:spcPct val="90000"/>
              </a:lnSpc>
              <a:spcBef>
                <a:spcPct val="0"/>
              </a:spcBef>
              <a:spcAft>
                <a:spcPct val="0"/>
              </a:spcAft>
              <a:defRPr sz="2400">
                <a:solidFill>
                  <a:schemeClr val="tx1"/>
                </a:solidFill>
                <a:latin typeface="Arial" charset="0"/>
              </a:defRPr>
            </a:lvl9pPr>
          </a:lstStyle>
          <a:p>
            <a:pPr algn="ctr">
              <a:lnSpc>
                <a:spcPct val="100000"/>
              </a:lnSpc>
              <a:buNone/>
            </a:pPr>
            <a:r>
              <a:rPr lang="zh-CN" altLang="en-US" sz="1800" b="0" i="0" dirty="0">
                <a:solidFill>
                  <a:schemeClr val="tx1"/>
                </a:solidFill>
                <a:latin typeface="Arial" pitchFamily="34" charset="0"/>
                <a:ea typeface="黑体" pitchFamily="49" charset="-122"/>
                <a:cs typeface="Arial" pitchFamily="34" charset="0"/>
              </a:rPr>
              <a:t>如果没有名称，就难以标识网络设备，不便于配置。</a:t>
            </a:r>
          </a:p>
        </p:txBody>
      </p:sp>
    </p:spTree>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07975" y="377825"/>
            <a:ext cx="8145463" cy="838200"/>
          </a:xfrm>
        </p:spPr>
        <p:txBody>
          <a:bodyPr/>
          <a:lstStyle/>
          <a:p>
            <a:pPr algn="l" defTabSz="814365">
              <a:spcBef>
                <a:spcPct val="0"/>
              </a:spcBef>
              <a:spcAft>
                <a:spcPct val="0"/>
              </a:spcAft>
              <a:buNone/>
            </a:pPr>
            <a:r>
              <a:rPr lang="zh-CN" altLang="en-US" sz="1800" b="1" i="0">
                <a:solidFill>
                  <a:srgbClr val="708CA1"/>
                </a:solidFill>
                <a:latin typeface="Arial" pitchFamily="34" charset="0"/>
                <a:ea typeface="黑体" pitchFamily="49" charset="-122"/>
                <a:cs typeface="Arial" pitchFamily="34" charset="0"/>
              </a:rPr>
              <a:t>主机名</a:t>
            </a:r>
            <a:r>
              <a:rPr lang="zh-CN" altLang="en-US" sz="3200" b="1" i="0">
                <a:solidFill>
                  <a:srgbClr val="708CA1"/>
                </a:solidFill>
                <a:latin typeface="Arial" pitchFamily="34" charset="0"/>
                <a:ea typeface="黑体" pitchFamily="49" charset="-122"/>
                <a:cs typeface="Arial" pitchFamily="34" charset="0"/>
              </a:rPr>
              <a:t/>
            </a:r>
            <a:br>
              <a:rPr lang="zh-CN" altLang="en-US" sz="3200" b="1" i="0">
                <a:solidFill>
                  <a:srgbClr val="708CA1"/>
                </a:solidFill>
                <a:latin typeface="Arial" pitchFamily="34" charset="0"/>
                <a:ea typeface="黑体" pitchFamily="49" charset="-122"/>
                <a:cs typeface="Arial" pitchFamily="34" charset="0"/>
              </a:rPr>
            </a:br>
            <a:r>
              <a:rPr lang="zh-CN" altLang="en-US" sz="3200" b="1" i="0">
                <a:solidFill>
                  <a:srgbClr val="AAC1D8">
                    <a:lumMod val="75000"/>
                  </a:srgbClr>
                </a:solidFill>
                <a:latin typeface="Arial" pitchFamily="34" charset="0"/>
                <a:ea typeface="黑体" pitchFamily="49" charset="-122"/>
                <a:cs typeface="Arial" pitchFamily="34" charset="0"/>
              </a:rPr>
              <a:t>主机名</a:t>
            </a:r>
            <a:endParaRPr lang="zh-CN" altLang="en-US">
              <a:solidFill>
                <a:schemeClr val="accent5">
                  <a:lumMod val="75000"/>
                </a:schemeClr>
              </a:solidFill>
              <a:latin typeface="Arial" pitchFamily="34" charset="0"/>
              <a:ea typeface="黑体" pitchFamily="49" charset="-122"/>
              <a:cs typeface="Arial" pitchFamily="34" charset="0"/>
            </a:endParaRPr>
          </a:p>
        </p:txBody>
      </p:sp>
      <p:sp>
        <p:nvSpPr>
          <p:cNvPr id="33795" name="Rectangle 1"/>
          <p:cNvSpPr>
            <a:spLocks noChangeArrowheads="1"/>
          </p:cNvSpPr>
          <p:nvPr/>
        </p:nvSpPr>
        <p:spPr bwMode="auto">
          <a:xfrm>
            <a:off x="544513" y="2459038"/>
            <a:ext cx="2155825" cy="132343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l">
              <a:lnSpc>
                <a:spcPct val="100000"/>
              </a:lnSpc>
              <a:buNone/>
            </a:pPr>
            <a:r>
              <a:rPr lang="zh-CN" altLang="en-US" sz="2000" b="0" i="0" dirty="0">
                <a:solidFill>
                  <a:schemeClr val="tx1"/>
                </a:solidFill>
                <a:latin typeface="Arial" pitchFamily="34" charset="0"/>
                <a:ea typeface="黑体" pitchFamily="49" charset="-122"/>
                <a:cs typeface="Arial" pitchFamily="34" charset="0"/>
              </a:rPr>
              <a:t>主机名便于网络管理员通过网络或 </a:t>
            </a:r>
            <a:r>
              <a:rPr lang="en-US" altLang="zh-CN" sz="2000" b="0" i="0" dirty="0">
                <a:solidFill>
                  <a:schemeClr val="tx1"/>
                </a:solidFill>
                <a:latin typeface="Arial" pitchFamily="34" charset="0"/>
                <a:ea typeface="黑体" pitchFamily="49" charset="-122"/>
                <a:cs typeface="Arial" pitchFamily="34" charset="0"/>
              </a:rPr>
              <a:t>Internet </a:t>
            </a:r>
            <a:r>
              <a:rPr lang="zh-CN" altLang="en-US" sz="2000" b="0" i="0" dirty="0">
                <a:solidFill>
                  <a:schemeClr val="tx1"/>
                </a:solidFill>
                <a:latin typeface="Arial" pitchFamily="34" charset="0"/>
                <a:ea typeface="黑体" pitchFamily="49" charset="-122"/>
                <a:cs typeface="Arial" pitchFamily="34" charset="0"/>
              </a:rPr>
              <a:t>识别设备。</a:t>
            </a:r>
          </a:p>
        </p:txBody>
      </p:sp>
      <p:pic>
        <p:nvPicPr>
          <p:cNvPr id="33796" name="Picture 5"/>
          <p:cNvPicPr>
            <a:picLocks noChangeAspect="1" noChangeArrowheads="1"/>
          </p:cNvPicPr>
          <p:nvPr/>
        </p:nvPicPr>
        <p:blipFill>
          <a:blip r:embed="rId3"/>
          <a:stretch>
            <a:fillRect/>
          </a:stretch>
        </p:blipFill>
        <p:spPr bwMode="auto">
          <a:xfrm>
            <a:off x="3137203" y="1276350"/>
            <a:ext cx="4846032" cy="4652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Tree>
  </p:cSld>
  <p:clrMapOvr>
    <a:masterClrMapping/>
  </p:clrMapOvr>
  <p:transition spd="med">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07975" y="377825"/>
            <a:ext cx="8145463" cy="838200"/>
          </a:xfrm>
        </p:spPr>
        <p:txBody>
          <a:bodyPr/>
          <a:lstStyle/>
          <a:p>
            <a:pPr algn="l" defTabSz="814365">
              <a:spcBef>
                <a:spcPct val="0"/>
              </a:spcBef>
              <a:spcAft>
                <a:spcPct val="0"/>
              </a:spcAft>
              <a:buNone/>
            </a:pPr>
            <a:r>
              <a:rPr lang="zh-CN" altLang="en-US" sz="1800" b="1" i="0">
                <a:solidFill>
                  <a:srgbClr val="708CA1"/>
                </a:solidFill>
                <a:latin typeface="Arial" pitchFamily="34" charset="0"/>
                <a:ea typeface="黑体" pitchFamily="49" charset="-122"/>
                <a:cs typeface="Arial" pitchFamily="34" charset="0"/>
              </a:rPr>
              <a:t>主机名</a:t>
            </a:r>
            <a:r>
              <a:rPr lang="zh-CN" altLang="en-US" sz="3200" b="1" i="0">
                <a:solidFill>
                  <a:srgbClr val="708CA1"/>
                </a:solidFill>
                <a:latin typeface="Arial" pitchFamily="34" charset="0"/>
                <a:ea typeface="黑体" pitchFamily="49" charset="-122"/>
                <a:cs typeface="Arial" pitchFamily="34" charset="0"/>
              </a:rPr>
              <a:t/>
            </a:r>
            <a:br>
              <a:rPr lang="zh-CN" altLang="en-US" sz="3200" b="1" i="0">
                <a:solidFill>
                  <a:srgbClr val="708CA1"/>
                </a:solidFill>
                <a:latin typeface="Arial" pitchFamily="34" charset="0"/>
                <a:ea typeface="黑体" pitchFamily="49" charset="-122"/>
                <a:cs typeface="Arial" pitchFamily="34" charset="0"/>
              </a:rPr>
            </a:br>
            <a:r>
              <a:rPr lang="zh-CN" altLang="en-US" sz="3200" b="1" i="0">
                <a:solidFill>
                  <a:srgbClr val="708CA1"/>
                </a:solidFill>
                <a:latin typeface="Arial" pitchFamily="34" charset="0"/>
                <a:ea typeface="黑体" pitchFamily="49" charset="-122"/>
                <a:cs typeface="Arial" pitchFamily="34" charset="0"/>
              </a:rPr>
              <a:t>配置</a:t>
            </a:r>
            <a:r>
              <a:rPr lang="zh-CN" altLang="en-US" sz="3200" b="1" i="0">
                <a:solidFill>
                  <a:srgbClr val="AAC1D8">
                    <a:lumMod val="75000"/>
                  </a:srgbClr>
                </a:solidFill>
                <a:latin typeface="Arial" pitchFamily="34" charset="0"/>
                <a:ea typeface="黑体" pitchFamily="49" charset="-122"/>
                <a:cs typeface="Arial" pitchFamily="34" charset="0"/>
              </a:rPr>
              <a:t>主机名</a:t>
            </a:r>
            <a:endParaRPr lang="zh-CN" altLang="en-US">
              <a:solidFill>
                <a:schemeClr val="accent5">
                  <a:lumMod val="75000"/>
                </a:schemeClr>
              </a:solidFill>
              <a:latin typeface="Arial" pitchFamily="34" charset="0"/>
              <a:ea typeface="黑体" pitchFamily="49" charset="-122"/>
              <a:cs typeface="Arial" pitchFamily="34" charset="0"/>
            </a:endParaRPr>
          </a:p>
        </p:txBody>
      </p:sp>
      <p:pic>
        <p:nvPicPr>
          <p:cNvPr id="1027" name="Picture 3"/>
          <p:cNvPicPr>
            <a:picLocks noChangeAspect="1" noChangeArrowheads="1"/>
          </p:cNvPicPr>
          <p:nvPr/>
        </p:nvPicPr>
        <p:blipFill>
          <a:blip r:embed="rId3"/>
          <a:srcRect/>
          <a:stretch>
            <a:fillRect/>
          </a:stretch>
        </p:blipFill>
        <p:spPr bwMode="auto">
          <a:xfrm>
            <a:off x="1640114" y="1590204"/>
            <a:ext cx="5495699" cy="4221861"/>
          </a:xfrm>
          <a:prstGeom prst="rect">
            <a:avLst/>
          </a:prstGeom>
          <a:noFill/>
          <a:ln w="9525">
            <a:noFill/>
            <a:miter lim="800000"/>
            <a:headEnd/>
            <a:tailEnd/>
          </a:ln>
          <a:effectLst/>
        </p:spPr>
      </p:pic>
    </p:spTree>
  </p:cSld>
  <p:clrMapOvr>
    <a:masterClrMapping/>
  </p:clrMapOvr>
  <p:transition spd="med">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292100" y="392113"/>
            <a:ext cx="8145463" cy="838200"/>
          </a:xfrm>
        </p:spPr>
        <p:txBody>
          <a:bodyPr/>
          <a:lstStyle/>
          <a:p>
            <a:pPr algn="l" defTabSz="814365">
              <a:spcBef>
                <a:spcPct val="0"/>
              </a:spcBef>
              <a:spcAft>
                <a:spcPct val="0"/>
              </a:spcAft>
              <a:buNone/>
            </a:pPr>
            <a:r>
              <a:rPr lang="zh-CN" altLang="en-US" sz="1800" b="1" i="0">
                <a:solidFill>
                  <a:srgbClr val="708CA1"/>
                </a:solidFill>
                <a:latin typeface="Arial" pitchFamily="34" charset="0"/>
                <a:ea typeface="黑体" pitchFamily="49" charset="-122"/>
                <a:cs typeface="Arial" pitchFamily="34" charset="0"/>
              </a:rPr>
              <a:t>限制对设备配置的访问</a:t>
            </a:r>
            <a:r>
              <a:rPr lang="zh-CN" altLang="en-US" sz="3200" b="1" i="0">
                <a:solidFill>
                  <a:srgbClr val="708CA1"/>
                </a:solidFill>
                <a:latin typeface="Arial" pitchFamily="34" charset="0"/>
                <a:ea typeface="黑体" pitchFamily="49" charset="-122"/>
                <a:cs typeface="Arial" pitchFamily="34" charset="0"/>
              </a:rPr>
              <a:t/>
            </a:r>
            <a:br>
              <a:rPr lang="zh-CN" altLang="en-US" sz="3200" b="1" i="0">
                <a:solidFill>
                  <a:srgbClr val="708CA1"/>
                </a:solidFill>
                <a:latin typeface="Arial" pitchFamily="34" charset="0"/>
                <a:ea typeface="黑体" pitchFamily="49" charset="-122"/>
                <a:cs typeface="Arial" pitchFamily="34" charset="0"/>
              </a:rPr>
            </a:br>
            <a:r>
              <a:rPr lang="zh-CN" altLang="en-US" sz="3200" b="1" i="0">
                <a:solidFill>
                  <a:srgbClr val="AAC1D8">
                    <a:lumMod val="75000"/>
                  </a:srgbClr>
                </a:solidFill>
                <a:latin typeface="Arial" pitchFamily="34" charset="0"/>
                <a:ea typeface="黑体" pitchFamily="49" charset="-122"/>
                <a:cs typeface="Arial" pitchFamily="34" charset="0"/>
              </a:rPr>
              <a:t>保护设备访问</a:t>
            </a:r>
            <a:endParaRPr lang="zh-CN" altLang="en-US">
              <a:solidFill>
                <a:schemeClr val="accent5">
                  <a:lumMod val="75000"/>
                </a:schemeClr>
              </a:solidFill>
              <a:latin typeface="Arial" pitchFamily="34" charset="0"/>
              <a:ea typeface="黑体" pitchFamily="49" charset="-122"/>
              <a:cs typeface="Arial" pitchFamily="34" charset="0"/>
            </a:endParaRPr>
          </a:p>
        </p:txBody>
      </p:sp>
      <p:sp>
        <p:nvSpPr>
          <p:cNvPr id="35843" name="Rectangle 1"/>
          <p:cNvSpPr>
            <a:spLocks noChangeArrowheads="1"/>
          </p:cNvSpPr>
          <p:nvPr/>
        </p:nvSpPr>
        <p:spPr bwMode="auto">
          <a:xfrm>
            <a:off x="471487" y="1587500"/>
            <a:ext cx="8861199" cy="3083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buNone/>
            </a:pPr>
            <a:r>
              <a:rPr lang="zh-CN" altLang="en-US" sz="2400" b="0" i="0" dirty="0">
                <a:solidFill>
                  <a:schemeClr val="tx1"/>
                </a:solidFill>
                <a:latin typeface="Arial" pitchFamily="34" charset="0"/>
                <a:ea typeface="黑体" pitchFamily="49" charset="-122"/>
                <a:cs typeface="Arial" pitchFamily="34" charset="0"/>
              </a:rPr>
              <a:t>在此介绍的口令有：</a:t>
            </a:r>
          </a:p>
          <a:p>
            <a:pPr algn="l">
              <a:buNone/>
            </a:pPr>
            <a:endParaRPr lang="zh-CN" altLang="en-US" dirty="0">
              <a:latin typeface="Arial" pitchFamily="34" charset="0"/>
              <a:ea typeface="黑体" pitchFamily="49" charset="-122"/>
              <a:cs typeface="Arial" pitchFamily="34" charset="0"/>
            </a:endParaRPr>
          </a:p>
          <a:p>
            <a:pPr marL="342900" indent="-342900" algn="l">
              <a:buFont typeface="Wingdings"/>
              <a:buChar char="§"/>
            </a:pPr>
            <a:r>
              <a:rPr lang="zh-CN" altLang="en-US" sz="2400" b="1" i="0" dirty="0">
                <a:solidFill>
                  <a:schemeClr val="tx1"/>
                </a:solidFill>
                <a:latin typeface="Arial" pitchFamily="34" charset="0"/>
                <a:ea typeface="黑体" pitchFamily="49" charset="-122"/>
                <a:cs typeface="Arial" pitchFamily="34" charset="0"/>
              </a:rPr>
              <a:t>使能口令</a:t>
            </a:r>
            <a:r>
              <a:rPr lang="zh-CN" altLang="en-US" sz="2400" b="0" i="0" dirty="0">
                <a:solidFill>
                  <a:schemeClr val="tx1"/>
                </a:solidFill>
                <a:latin typeface="Arial" pitchFamily="34" charset="0"/>
                <a:ea typeface="黑体" pitchFamily="49" charset="-122"/>
                <a:cs typeface="Arial" pitchFamily="34" charset="0"/>
              </a:rPr>
              <a:t> </a:t>
            </a:r>
            <a:r>
              <a:rPr lang="en-US" altLang="zh-CN" sz="2400" b="0" i="0" dirty="0">
                <a:solidFill>
                  <a:schemeClr val="tx1"/>
                </a:solidFill>
                <a:latin typeface="Arial" pitchFamily="34" charset="0"/>
                <a:ea typeface="黑体" pitchFamily="49" charset="-122"/>
                <a:cs typeface="Arial" pitchFamily="34" charset="0"/>
              </a:rPr>
              <a:t>- </a:t>
            </a:r>
            <a:r>
              <a:rPr lang="zh-CN" altLang="en-US" sz="2400" b="0" i="0" dirty="0">
                <a:solidFill>
                  <a:schemeClr val="tx1"/>
                </a:solidFill>
                <a:latin typeface="Arial" pitchFamily="34" charset="0"/>
                <a:ea typeface="黑体" pitchFamily="49" charset="-122"/>
                <a:cs typeface="Arial" pitchFamily="34" charset="0"/>
              </a:rPr>
              <a:t>用于限制人员访问特权 </a:t>
            </a:r>
            <a:r>
              <a:rPr lang="en-US" altLang="zh-CN" sz="2400" b="0" i="0" dirty="0">
                <a:solidFill>
                  <a:schemeClr val="tx1"/>
                </a:solidFill>
                <a:latin typeface="Arial" pitchFamily="34" charset="0"/>
                <a:ea typeface="黑体" pitchFamily="49" charset="-122"/>
                <a:cs typeface="Arial" pitchFamily="34" charset="0"/>
              </a:rPr>
              <a:t>EXEC </a:t>
            </a:r>
            <a:r>
              <a:rPr lang="zh-CN" altLang="en-US" sz="2400" b="0" i="0" dirty="0">
                <a:solidFill>
                  <a:schemeClr val="tx1"/>
                </a:solidFill>
                <a:latin typeface="Arial" pitchFamily="34" charset="0"/>
                <a:ea typeface="黑体" pitchFamily="49" charset="-122"/>
                <a:cs typeface="Arial" pitchFamily="34" charset="0"/>
              </a:rPr>
              <a:t>模式</a:t>
            </a:r>
          </a:p>
          <a:p>
            <a:pPr marL="342900" indent="-342900" algn="l">
              <a:buFont typeface="Wingdings"/>
              <a:buChar char="§"/>
            </a:pPr>
            <a:endParaRPr lang="zh-CN" altLang="en-US" dirty="0">
              <a:latin typeface="Arial" pitchFamily="34" charset="0"/>
              <a:ea typeface="黑体" pitchFamily="49" charset="-122"/>
              <a:cs typeface="Arial" pitchFamily="34" charset="0"/>
            </a:endParaRPr>
          </a:p>
          <a:p>
            <a:pPr marL="342900" indent="-342900" algn="l">
              <a:buFont typeface="Wingdings"/>
              <a:buChar char="§"/>
            </a:pPr>
            <a:r>
              <a:rPr lang="zh-CN" altLang="en-US" sz="2400" b="1" i="0" dirty="0">
                <a:solidFill>
                  <a:schemeClr val="tx1"/>
                </a:solidFill>
                <a:latin typeface="Arial" pitchFamily="34" charset="0"/>
                <a:ea typeface="黑体" pitchFamily="49" charset="-122"/>
                <a:cs typeface="Arial" pitchFamily="34" charset="0"/>
              </a:rPr>
              <a:t>使能加密口令</a:t>
            </a:r>
            <a:r>
              <a:rPr lang="zh-CN" altLang="en-US" sz="2400" b="0" i="0" dirty="0">
                <a:solidFill>
                  <a:schemeClr val="tx1"/>
                </a:solidFill>
                <a:latin typeface="Arial" pitchFamily="34" charset="0"/>
                <a:ea typeface="黑体" pitchFamily="49" charset="-122"/>
                <a:cs typeface="Arial" pitchFamily="34" charset="0"/>
              </a:rPr>
              <a:t> </a:t>
            </a:r>
            <a:r>
              <a:rPr lang="en-US" altLang="zh-CN" sz="2400" b="0" i="0" dirty="0">
                <a:solidFill>
                  <a:schemeClr val="tx1"/>
                </a:solidFill>
                <a:latin typeface="Arial" pitchFamily="34" charset="0"/>
                <a:ea typeface="黑体" pitchFamily="49" charset="-122"/>
                <a:cs typeface="Arial" pitchFamily="34" charset="0"/>
              </a:rPr>
              <a:t>- </a:t>
            </a:r>
            <a:r>
              <a:rPr lang="zh-CN" altLang="en-US" sz="2400" b="0" i="0" dirty="0">
                <a:solidFill>
                  <a:schemeClr val="tx1"/>
                </a:solidFill>
                <a:latin typeface="Arial" pitchFamily="34" charset="0"/>
                <a:ea typeface="黑体" pitchFamily="49" charset="-122"/>
                <a:cs typeface="Arial" pitchFamily="34" charset="0"/>
              </a:rPr>
              <a:t>经加密，用于限制人员访问特权 </a:t>
            </a:r>
            <a:r>
              <a:rPr lang="en-US" altLang="zh-CN" sz="2400" b="0" i="0" dirty="0">
                <a:solidFill>
                  <a:schemeClr val="tx1"/>
                </a:solidFill>
                <a:latin typeface="Arial" pitchFamily="34" charset="0"/>
                <a:ea typeface="黑体" pitchFamily="49" charset="-122"/>
                <a:cs typeface="Arial" pitchFamily="34" charset="0"/>
              </a:rPr>
              <a:t>EXEC </a:t>
            </a:r>
            <a:r>
              <a:rPr lang="zh-CN" altLang="en-US" sz="2400" b="0" i="0" dirty="0">
                <a:solidFill>
                  <a:schemeClr val="tx1"/>
                </a:solidFill>
                <a:latin typeface="Arial" pitchFamily="34" charset="0"/>
                <a:ea typeface="黑体" pitchFamily="49" charset="-122"/>
                <a:cs typeface="Arial" pitchFamily="34" charset="0"/>
              </a:rPr>
              <a:t>模式</a:t>
            </a:r>
          </a:p>
          <a:p>
            <a:pPr marL="342900" indent="-342900" algn="l">
              <a:buFont typeface="Wingdings"/>
              <a:buChar char="§"/>
            </a:pPr>
            <a:endParaRPr lang="zh-CN" altLang="en-US" dirty="0">
              <a:latin typeface="Arial" pitchFamily="34" charset="0"/>
              <a:ea typeface="黑体" pitchFamily="49" charset="-122"/>
              <a:cs typeface="Arial" pitchFamily="34" charset="0"/>
            </a:endParaRPr>
          </a:p>
          <a:p>
            <a:pPr marL="342900" indent="-342900" algn="l">
              <a:buFont typeface="Wingdings"/>
              <a:buChar char="§"/>
            </a:pPr>
            <a:r>
              <a:rPr lang="zh-CN" altLang="en-US" sz="2400" b="1" i="0" dirty="0">
                <a:solidFill>
                  <a:schemeClr val="tx1"/>
                </a:solidFill>
                <a:latin typeface="Arial" pitchFamily="34" charset="0"/>
                <a:ea typeface="黑体" pitchFamily="49" charset="-122"/>
                <a:cs typeface="Arial" pitchFamily="34" charset="0"/>
              </a:rPr>
              <a:t>控制台口令</a:t>
            </a:r>
            <a:r>
              <a:rPr lang="zh-CN" altLang="en-US" sz="2400" b="0" i="0" dirty="0">
                <a:solidFill>
                  <a:schemeClr val="tx1"/>
                </a:solidFill>
                <a:latin typeface="Arial" pitchFamily="34" charset="0"/>
                <a:ea typeface="黑体" pitchFamily="49" charset="-122"/>
                <a:cs typeface="Arial" pitchFamily="34" charset="0"/>
              </a:rPr>
              <a:t> </a:t>
            </a:r>
            <a:r>
              <a:rPr lang="en-US" altLang="zh-CN" sz="2400" b="0" i="0" dirty="0">
                <a:solidFill>
                  <a:schemeClr val="tx1"/>
                </a:solidFill>
                <a:latin typeface="Arial" pitchFamily="34" charset="0"/>
                <a:ea typeface="黑体" pitchFamily="49" charset="-122"/>
                <a:cs typeface="Arial" pitchFamily="34" charset="0"/>
              </a:rPr>
              <a:t>- </a:t>
            </a:r>
            <a:r>
              <a:rPr lang="zh-CN" altLang="en-US" sz="2400" b="0" i="0" dirty="0">
                <a:solidFill>
                  <a:schemeClr val="tx1"/>
                </a:solidFill>
                <a:latin typeface="Arial" pitchFamily="34" charset="0"/>
                <a:ea typeface="黑体" pitchFamily="49" charset="-122"/>
                <a:cs typeface="Arial" pitchFamily="34" charset="0"/>
              </a:rPr>
              <a:t>用于限制人员通过控制台连接访问设备</a:t>
            </a:r>
          </a:p>
          <a:p>
            <a:pPr marL="342900" indent="-342900" algn="l">
              <a:buFont typeface="Wingdings"/>
              <a:buChar char="§"/>
            </a:pPr>
            <a:endParaRPr lang="zh-CN" altLang="en-US" dirty="0">
              <a:latin typeface="Arial" pitchFamily="34" charset="0"/>
              <a:ea typeface="黑体" pitchFamily="49" charset="-122"/>
              <a:cs typeface="Arial" pitchFamily="34" charset="0"/>
            </a:endParaRPr>
          </a:p>
          <a:p>
            <a:pPr marL="342900" indent="-342900" algn="l">
              <a:buFont typeface="Wingdings"/>
              <a:buChar char="§"/>
            </a:pPr>
            <a:r>
              <a:rPr lang="en-US" altLang="zh-CN" sz="2400" b="1" i="0" dirty="0">
                <a:solidFill>
                  <a:schemeClr val="tx1"/>
                </a:solidFill>
                <a:latin typeface="Arial" pitchFamily="34" charset="0"/>
                <a:ea typeface="黑体" pitchFamily="49" charset="-122"/>
                <a:cs typeface="Arial" pitchFamily="34" charset="0"/>
              </a:rPr>
              <a:t>VTY </a:t>
            </a:r>
            <a:r>
              <a:rPr lang="zh-CN" altLang="en-US" sz="2400" b="1" i="0" dirty="0">
                <a:solidFill>
                  <a:schemeClr val="tx1"/>
                </a:solidFill>
                <a:latin typeface="Arial" pitchFamily="34" charset="0"/>
                <a:ea typeface="黑体" pitchFamily="49" charset="-122"/>
                <a:cs typeface="Arial" pitchFamily="34" charset="0"/>
              </a:rPr>
              <a:t>口令</a:t>
            </a:r>
            <a:r>
              <a:rPr lang="zh-CN" altLang="en-US" sz="2400" b="0" i="0" dirty="0">
                <a:solidFill>
                  <a:schemeClr val="tx1"/>
                </a:solidFill>
                <a:latin typeface="Arial" pitchFamily="34" charset="0"/>
                <a:ea typeface="黑体" pitchFamily="49" charset="-122"/>
                <a:cs typeface="Arial" pitchFamily="34" charset="0"/>
              </a:rPr>
              <a:t> </a:t>
            </a:r>
            <a:r>
              <a:rPr lang="en-US" altLang="zh-CN" sz="2400" b="0" i="0" dirty="0">
                <a:solidFill>
                  <a:schemeClr val="tx1"/>
                </a:solidFill>
                <a:latin typeface="Arial" pitchFamily="34" charset="0"/>
                <a:ea typeface="黑体" pitchFamily="49" charset="-122"/>
                <a:cs typeface="Arial" pitchFamily="34" charset="0"/>
              </a:rPr>
              <a:t>- </a:t>
            </a:r>
            <a:r>
              <a:rPr lang="zh-CN" altLang="en-US" sz="2400" b="0" i="0" dirty="0">
                <a:solidFill>
                  <a:schemeClr val="tx1"/>
                </a:solidFill>
                <a:latin typeface="Arial" pitchFamily="34" charset="0"/>
                <a:ea typeface="黑体" pitchFamily="49" charset="-122"/>
                <a:cs typeface="Arial" pitchFamily="34" charset="0"/>
              </a:rPr>
              <a:t>用于限制人员通过 </a:t>
            </a:r>
            <a:r>
              <a:rPr lang="en-US" altLang="zh-CN" sz="2400" b="0" i="0" dirty="0">
                <a:solidFill>
                  <a:schemeClr val="tx1"/>
                </a:solidFill>
                <a:latin typeface="Arial" pitchFamily="34" charset="0"/>
                <a:ea typeface="黑体" pitchFamily="49" charset="-122"/>
                <a:cs typeface="Arial" pitchFamily="34" charset="0"/>
              </a:rPr>
              <a:t>Telnet </a:t>
            </a:r>
            <a:r>
              <a:rPr lang="zh-CN" altLang="en-US" sz="2400" b="0" i="0" dirty="0">
                <a:solidFill>
                  <a:schemeClr val="tx1"/>
                </a:solidFill>
                <a:latin typeface="Arial" pitchFamily="34" charset="0"/>
                <a:ea typeface="黑体" pitchFamily="49" charset="-122"/>
                <a:cs typeface="Arial" pitchFamily="34" charset="0"/>
              </a:rPr>
              <a:t>访问设备</a:t>
            </a:r>
          </a:p>
        </p:txBody>
      </p:sp>
    </p:spTree>
  </p:cSld>
  <p:clrMapOvr>
    <a:masterClrMapping/>
  </p:clrMapOvr>
  <p:transition spd="med">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292100" y="392113"/>
            <a:ext cx="8145463" cy="838200"/>
          </a:xfrm>
        </p:spPr>
        <p:txBody>
          <a:bodyPr/>
          <a:lstStyle/>
          <a:p>
            <a:pPr algn="l" defTabSz="814365">
              <a:spcBef>
                <a:spcPct val="0"/>
              </a:spcBef>
              <a:spcAft>
                <a:spcPct val="0"/>
              </a:spcAft>
              <a:buNone/>
            </a:pPr>
            <a:r>
              <a:rPr lang="zh-CN" altLang="en-US" sz="1800" b="1" i="0">
                <a:solidFill>
                  <a:srgbClr val="708CA1"/>
                </a:solidFill>
                <a:latin typeface="Arial" pitchFamily="34" charset="0"/>
                <a:ea typeface="黑体" pitchFamily="49" charset="-122"/>
                <a:cs typeface="Arial" pitchFamily="34" charset="0"/>
              </a:rPr>
              <a:t>限制对设备配置的访问</a:t>
            </a:r>
            <a:r>
              <a:rPr lang="zh-CN" altLang="en-US" sz="3200" b="1" i="0">
                <a:solidFill>
                  <a:srgbClr val="708CA1"/>
                </a:solidFill>
                <a:latin typeface="Arial" pitchFamily="34" charset="0"/>
                <a:ea typeface="黑体" pitchFamily="49" charset="-122"/>
                <a:cs typeface="Arial" pitchFamily="34" charset="0"/>
              </a:rPr>
              <a:t/>
            </a:r>
            <a:br>
              <a:rPr lang="zh-CN" altLang="en-US" sz="3200" b="1" i="0">
                <a:solidFill>
                  <a:srgbClr val="708CA1"/>
                </a:solidFill>
                <a:latin typeface="Arial" pitchFamily="34" charset="0"/>
                <a:ea typeface="黑体" pitchFamily="49" charset="-122"/>
                <a:cs typeface="Arial" pitchFamily="34" charset="0"/>
              </a:rPr>
            </a:br>
            <a:r>
              <a:rPr lang="zh-CN" altLang="en-US" sz="3200" b="1" i="0">
                <a:solidFill>
                  <a:srgbClr val="AAC1D8">
                    <a:lumMod val="75000"/>
                  </a:srgbClr>
                </a:solidFill>
                <a:latin typeface="Arial" pitchFamily="34" charset="0"/>
                <a:ea typeface="黑体" pitchFamily="49" charset="-122"/>
                <a:cs typeface="Arial" pitchFamily="34" charset="0"/>
              </a:rPr>
              <a:t>保护特权 </a:t>
            </a:r>
            <a:r>
              <a:rPr lang="en-US" altLang="zh-CN" sz="3200" b="1" i="0">
                <a:solidFill>
                  <a:srgbClr val="AAC1D8">
                    <a:lumMod val="75000"/>
                  </a:srgbClr>
                </a:solidFill>
                <a:latin typeface="Arial" pitchFamily="34" charset="0"/>
                <a:ea typeface="黑体" pitchFamily="49" charset="-122"/>
                <a:cs typeface="Arial" pitchFamily="34" charset="0"/>
              </a:rPr>
              <a:t>EXEC </a:t>
            </a:r>
            <a:r>
              <a:rPr lang="zh-CN" altLang="en-US" sz="3200" b="1" i="0">
                <a:solidFill>
                  <a:srgbClr val="AAC1D8">
                    <a:lumMod val="75000"/>
                  </a:srgbClr>
                </a:solidFill>
                <a:latin typeface="Arial" pitchFamily="34" charset="0"/>
                <a:ea typeface="黑体" pitchFamily="49" charset="-122"/>
                <a:cs typeface="Arial" pitchFamily="34" charset="0"/>
              </a:rPr>
              <a:t>访问</a:t>
            </a:r>
            <a:endParaRPr lang="zh-CN" altLang="en-US">
              <a:solidFill>
                <a:schemeClr val="accent5">
                  <a:lumMod val="75000"/>
                </a:schemeClr>
              </a:solidFill>
              <a:latin typeface="Arial" pitchFamily="34" charset="0"/>
              <a:ea typeface="黑体" pitchFamily="49" charset="-122"/>
              <a:cs typeface="Arial" pitchFamily="34" charset="0"/>
            </a:endParaRPr>
          </a:p>
        </p:txBody>
      </p:sp>
      <p:sp>
        <p:nvSpPr>
          <p:cNvPr id="36867" name="Rectangle 6"/>
          <p:cNvSpPr>
            <a:spLocks noGrp="1" noChangeArrowheads="1"/>
          </p:cNvSpPr>
          <p:nvPr>
            <p:ph idx="1"/>
          </p:nvPr>
        </p:nvSpPr>
        <p:spPr>
          <a:xfrm>
            <a:off x="1143000" y="1422400"/>
            <a:ext cx="7683500" cy="1701800"/>
          </a:xfrm>
        </p:spPr>
        <p:txBody>
          <a:bodyPr/>
          <a:lstStyle/>
          <a:p>
            <a:pPr marL="236555" indent="-236555" algn="l" defTabSz="814365">
              <a:lnSpc>
                <a:spcPct val="100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使用 </a:t>
            </a:r>
            <a:r>
              <a:rPr lang="en-US" altLang="zh-CN" sz="2000" b="1" i="0" dirty="0">
                <a:solidFill>
                  <a:srgbClr val="000000"/>
                </a:solidFill>
                <a:latin typeface="Arial" pitchFamily="34" charset="0"/>
                <a:ea typeface="黑体" pitchFamily="49" charset="-122"/>
                <a:cs typeface="Arial" pitchFamily="34" charset="0"/>
              </a:rPr>
              <a:t>enable secret</a:t>
            </a:r>
            <a:r>
              <a:rPr lang="zh-CN" altLang="en-US" sz="2000" b="0" i="0" dirty="0">
                <a:solidFill>
                  <a:srgbClr val="000000"/>
                </a:solidFill>
                <a:latin typeface="Arial" pitchFamily="34" charset="0"/>
                <a:ea typeface="黑体" pitchFamily="49" charset="-122"/>
                <a:cs typeface="Arial" pitchFamily="34" charset="0"/>
              </a:rPr>
              <a:t> 命令，不使用较老版本的 </a:t>
            </a:r>
            <a:r>
              <a:rPr lang="en-US" altLang="zh-CN" sz="2000" b="1" i="0" dirty="0">
                <a:solidFill>
                  <a:srgbClr val="000000"/>
                </a:solidFill>
                <a:latin typeface="Arial" pitchFamily="34" charset="0"/>
                <a:ea typeface="黑体" pitchFamily="49" charset="-122"/>
                <a:cs typeface="Arial" pitchFamily="34" charset="0"/>
              </a:rPr>
              <a:t>enable</a:t>
            </a:r>
            <a:r>
              <a:rPr lang="zh-CN" altLang="en-US" sz="2000" b="0" i="0" dirty="0">
                <a:solidFill>
                  <a:srgbClr val="000000"/>
                </a:solidFill>
                <a:latin typeface="Arial" pitchFamily="34" charset="0"/>
                <a:ea typeface="黑体" pitchFamily="49" charset="-122"/>
                <a:cs typeface="Arial" pitchFamily="34" charset="0"/>
              </a:rPr>
              <a:t> </a:t>
            </a:r>
            <a:r>
              <a:rPr lang="en-US" altLang="zh-CN" sz="2000" b="0" i="0" dirty="0">
                <a:solidFill>
                  <a:srgbClr val="000000"/>
                </a:solidFill>
                <a:latin typeface="Arial" pitchFamily="34" charset="0"/>
                <a:ea typeface="黑体" pitchFamily="49" charset="-122"/>
                <a:cs typeface="Arial" pitchFamily="34" charset="0"/>
              </a:rPr>
              <a:t>password </a:t>
            </a:r>
            <a:r>
              <a:rPr lang="zh-CN" altLang="en-US" sz="2000" b="0" i="0" dirty="0">
                <a:solidFill>
                  <a:srgbClr val="000000"/>
                </a:solidFill>
                <a:latin typeface="Arial" pitchFamily="34" charset="0"/>
                <a:ea typeface="黑体" pitchFamily="49" charset="-122"/>
                <a:cs typeface="Arial" pitchFamily="34" charset="0"/>
              </a:rPr>
              <a:t>命令</a:t>
            </a:r>
          </a:p>
          <a:p>
            <a:pPr marL="236555" indent="-236555" algn="l" defTabSz="814365">
              <a:lnSpc>
                <a:spcPct val="100000"/>
              </a:lnSpc>
              <a:spcBef>
                <a:spcPct val="50000"/>
              </a:spcBef>
              <a:spcAft>
                <a:spcPct val="0"/>
              </a:spcAft>
              <a:buClr>
                <a:srgbClr val="708CA1"/>
              </a:buClr>
              <a:buFont typeface="Wingdings"/>
              <a:buChar char="§"/>
            </a:pPr>
            <a:r>
              <a:rPr lang="en-US" altLang="zh-CN" sz="2000" b="1" i="0" dirty="0">
                <a:solidFill>
                  <a:srgbClr val="000000"/>
                </a:solidFill>
                <a:latin typeface="Arial" pitchFamily="34" charset="0"/>
                <a:ea typeface="黑体" pitchFamily="49" charset="-122"/>
                <a:cs typeface="Arial" pitchFamily="34" charset="0"/>
              </a:rPr>
              <a:t>enable secret </a:t>
            </a:r>
            <a:r>
              <a:rPr lang="zh-CN" altLang="en-US" sz="2000" b="0" i="0" dirty="0">
                <a:solidFill>
                  <a:srgbClr val="000000"/>
                </a:solidFill>
                <a:latin typeface="Arial" pitchFamily="34" charset="0"/>
                <a:ea typeface="黑体" pitchFamily="49" charset="-122"/>
                <a:cs typeface="Arial" pitchFamily="34" charset="0"/>
              </a:rPr>
              <a:t>可提供更强的安全性，因为使用此命令设置的口令会被加密</a:t>
            </a:r>
          </a:p>
        </p:txBody>
      </p:sp>
      <p:pic>
        <p:nvPicPr>
          <p:cNvPr id="3686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906713"/>
            <a:ext cx="6858000" cy="3257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Tree>
  </p:cSld>
  <p:clrMapOvr>
    <a:masterClrMapping/>
  </p:clrMapOvr>
  <p:transition spd="med">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5538" y="1368425"/>
            <a:ext cx="6265862" cy="2554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35842" name="Rectangle 2"/>
          <p:cNvSpPr>
            <a:spLocks noGrp="1" noChangeArrowheads="1"/>
          </p:cNvSpPr>
          <p:nvPr>
            <p:ph type="title"/>
          </p:nvPr>
        </p:nvSpPr>
        <p:spPr>
          <a:xfrm>
            <a:off x="292100" y="392113"/>
            <a:ext cx="8145463" cy="838200"/>
          </a:xfrm>
        </p:spPr>
        <p:txBody>
          <a:bodyPr/>
          <a:lstStyle/>
          <a:p>
            <a:pPr algn="l" defTabSz="814365">
              <a:lnSpc>
                <a:spcPct val="100000"/>
              </a:lnSpc>
              <a:spcBef>
                <a:spcPct val="0"/>
              </a:spcBef>
              <a:spcAft>
                <a:spcPct val="0"/>
              </a:spcAft>
              <a:buNone/>
            </a:pPr>
            <a:r>
              <a:rPr lang="zh-CN" altLang="en-US" sz="1800" b="1" i="0" dirty="0">
                <a:solidFill>
                  <a:srgbClr val="708CA1"/>
                </a:solidFill>
                <a:latin typeface="Arial" pitchFamily="34" charset="0"/>
                <a:ea typeface="黑体" pitchFamily="49" charset="-122"/>
                <a:cs typeface="Arial" pitchFamily="34" charset="0"/>
              </a:rPr>
              <a:t>限制对设备配置的访问</a:t>
            </a:r>
            <a:r>
              <a:rPr lang="zh-CN" altLang="en-US" sz="3200" b="1" i="0" dirty="0">
                <a:solidFill>
                  <a:srgbClr val="708CA1"/>
                </a:solidFill>
                <a:latin typeface="Arial" pitchFamily="34" charset="0"/>
                <a:ea typeface="黑体" pitchFamily="49" charset="-122"/>
                <a:cs typeface="Arial" pitchFamily="34" charset="0"/>
              </a:rPr>
              <a:t/>
            </a:r>
            <a:br>
              <a:rPr lang="zh-CN" altLang="en-US" sz="3200" b="1" i="0" dirty="0">
                <a:solidFill>
                  <a:srgbClr val="708CA1"/>
                </a:solidFill>
                <a:latin typeface="Arial" pitchFamily="34" charset="0"/>
                <a:ea typeface="黑体" pitchFamily="49" charset="-122"/>
                <a:cs typeface="Arial" pitchFamily="34" charset="0"/>
              </a:rPr>
            </a:br>
            <a:r>
              <a:rPr lang="zh-CN" altLang="en-US" sz="3200" b="1" i="0" dirty="0">
                <a:solidFill>
                  <a:srgbClr val="AAC1D8">
                    <a:lumMod val="75000"/>
                  </a:srgbClr>
                </a:solidFill>
                <a:latin typeface="Arial" pitchFamily="34" charset="0"/>
                <a:ea typeface="黑体" pitchFamily="49" charset="-122"/>
                <a:cs typeface="Arial" pitchFamily="34" charset="0"/>
              </a:rPr>
              <a:t>保护用户 </a:t>
            </a:r>
            <a:r>
              <a:rPr lang="en-US" altLang="zh-CN" sz="3200" b="1" i="0" dirty="0">
                <a:solidFill>
                  <a:srgbClr val="AAC1D8">
                    <a:lumMod val="75000"/>
                  </a:srgbClr>
                </a:solidFill>
                <a:latin typeface="Arial" pitchFamily="34" charset="0"/>
                <a:ea typeface="黑体" pitchFamily="49" charset="-122"/>
                <a:cs typeface="Arial" pitchFamily="34" charset="0"/>
              </a:rPr>
              <a:t>EXEC </a:t>
            </a:r>
            <a:r>
              <a:rPr lang="zh-CN" altLang="en-US" sz="3200" b="1" i="0" dirty="0">
                <a:solidFill>
                  <a:srgbClr val="AAC1D8">
                    <a:lumMod val="75000"/>
                  </a:srgbClr>
                </a:solidFill>
                <a:latin typeface="Arial" pitchFamily="34" charset="0"/>
                <a:ea typeface="黑体" pitchFamily="49" charset="-122"/>
                <a:cs typeface="Arial" pitchFamily="34" charset="0"/>
              </a:rPr>
              <a:t>访问</a:t>
            </a:r>
            <a:endParaRPr lang="zh-CN" altLang="en-US" dirty="0">
              <a:solidFill>
                <a:schemeClr val="accent5">
                  <a:lumMod val="75000"/>
                </a:schemeClr>
              </a:solidFill>
              <a:latin typeface="Arial" pitchFamily="34" charset="0"/>
              <a:ea typeface="黑体" pitchFamily="49" charset="-122"/>
              <a:cs typeface="Arial" pitchFamily="34" charset="0"/>
            </a:endParaRPr>
          </a:p>
        </p:txBody>
      </p:sp>
      <p:sp>
        <p:nvSpPr>
          <p:cNvPr id="4" name="TextBox 3"/>
          <p:cNvSpPr txBox="1"/>
          <p:nvPr/>
        </p:nvSpPr>
        <p:spPr>
          <a:xfrm>
            <a:off x="827088" y="3956050"/>
            <a:ext cx="7939541" cy="1809726"/>
          </a:xfrm>
          <a:prstGeom prst="rect">
            <a:avLst/>
          </a:prstGeom>
          <a:noFill/>
        </p:spPr>
        <p:txBody>
          <a:bodyPr wrap="square">
            <a:spAutoFit/>
          </a:bodyPr>
          <a:lstStyle/>
          <a:p>
            <a:pPr marL="342900" indent="-342900" algn="l">
              <a:buFont typeface="Wingdings"/>
              <a:buChar char="§"/>
            </a:pPr>
            <a:r>
              <a:rPr lang="zh-CN" altLang="en-US" sz="2000" b="0" i="0">
                <a:solidFill>
                  <a:schemeClr val="tx1"/>
                </a:solidFill>
                <a:latin typeface="Arial" pitchFamily="34" charset="0"/>
                <a:ea typeface="黑体" pitchFamily="49" charset="-122"/>
                <a:cs typeface="Arial" pitchFamily="34" charset="0"/>
              </a:rPr>
              <a:t>必须保护控制台端口</a:t>
            </a:r>
          </a:p>
          <a:p>
            <a:pPr marL="800100" lvl="1" indent="-342900" algn="l">
              <a:buFont typeface="Arial"/>
              <a:buChar char="•"/>
            </a:pPr>
            <a:r>
              <a:rPr lang="zh-CN" altLang="en-US" sz="2000" b="0" i="0">
                <a:solidFill>
                  <a:schemeClr val="tx1"/>
                </a:solidFill>
                <a:latin typeface="Arial" pitchFamily="34" charset="0"/>
                <a:ea typeface="黑体" pitchFamily="49" charset="-122"/>
                <a:cs typeface="Arial" pitchFamily="34" charset="0"/>
              </a:rPr>
              <a:t>可降低未经授权的人员将电缆插入实际设备来访问设备的风险</a:t>
            </a:r>
          </a:p>
          <a:p>
            <a:pPr algn="l">
              <a:buNone/>
            </a:pPr>
            <a:endParaRPr lang="zh-CN" altLang="en-US" sz="2000">
              <a:latin typeface="Arial" pitchFamily="34" charset="0"/>
              <a:ea typeface="黑体" pitchFamily="49" charset="-122"/>
              <a:cs typeface="Arial" pitchFamily="34" charset="0"/>
            </a:endParaRPr>
          </a:p>
          <a:p>
            <a:pPr marL="342900" indent="-342900" algn="l">
              <a:buFont typeface="Wingdings"/>
              <a:buChar char="§"/>
            </a:pPr>
            <a:r>
              <a:rPr lang="en-US" altLang="zh-CN" sz="2000" b="0" i="0">
                <a:solidFill>
                  <a:schemeClr val="tx1"/>
                </a:solidFill>
                <a:latin typeface="Arial" pitchFamily="34" charset="0"/>
                <a:ea typeface="黑体" pitchFamily="49" charset="-122"/>
                <a:cs typeface="Arial" pitchFamily="34" charset="0"/>
              </a:rPr>
              <a:t>vty</a:t>
            </a:r>
            <a:r>
              <a:rPr lang="zh-CN" altLang="en-US" sz="2000" b="0" i="0">
                <a:solidFill>
                  <a:schemeClr val="tx1"/>
                </a:solidFill>
                <a:latin typeface="Arial" pitchFamily="34" charset="0"/>
                <a:ea typeface="黑体" pitchFamily="49" charset="-122"/>
                <a:cs typeface="Arial" pitchFamily="34" charset="0"/>
              </a:rPr>
              <a:t> 线路允许通过 </a:t>
            </a:r>
            <a:r>
              <a:rPr lang="en-US" altLang="zh-CN" sz="2000" b="0" i="0">
                <a:solidFill>
                  <a:schemeClr val="tx1"/>
                </a:solidFill>
                <a:latin typeface="Arial" pitchFamily="34" charset="0"/>
                <a:ea typeface="黑体" pitchFamily="49" charset="-122"/>
                <a:cs typeface="Arial" pitchFamily="34" charset="0"/>
              </a:rPr>
              <a:t>Telnet </a:t>
            </a:r>
            <a:r>
              <a:rPr lang="zh-CN" altLang="en-US" sz="2000" b="0" i="0">
                <a:solidFill>
                  <a:schemeClr val="tx1"/>
                </a:solidFill>
                <a:latin typeface="Arial" pitchFamily="34" charset="0"/>
                <a:ea typeface="黑体" pitchFamily="49" charset="-122"/>
                <a:cs typeface="Arial" pitchFamily="34" charset="0"/>
              </a:rPr>
              <a:t>访问思科设备</a:t>
            </a:r>
          </a:p>
          <a:p>
            <a:pPr marL="800100" lvl="1" indent="-342900" algn="l">
              <a:buFont typeface="Arial"/>
              <a:buChar char="•"/>
            </a:pPr>
            <a:r>
              <a:rPr lang="zh-CN" altLang="en-US" sz="2000" b="0" i="0">
                <a:solidFill>
                  <a:schemeClr val="tx1"/>
                </a:solidFill>
                <a:latin typeface="Arial" pitchFamily="34" charset="0"/>
                <a:ea typeface="黑体" pitchFamily="49" charset="-122"/>
                <a:cs typeface="Arial" pitchFamily="34" charset="0"/>
              </a:rPr>
              <a:t>所支持的 </a:t>
            </a:r>
            <a:r>
              <a:rPr lang="en-US" altLang="zh-CN" sz="2000" b="0" i="0">
                <a:solidFill>
                  <a:schemeClr val="tx1"/>
                </a:solidFill>
                <a:latin typeface="Arial" pitchFamily="34" charset="0"/>
                <a:ea typeface="黑体" pitchFamily="49" charset="-122"/>
                <a:cs typeface="Arial" pitchFamily="34" charset="0"/>
              </a:rPr>
              <a:t>vty</a:t>
            </a:r>
            <a:r>
              <a:rPr lang="zh-CN" altLang="en-US" sz="2000" b="0" i="0">
                <a:solidFill>
                  <a:schemeClr val="tx1"/>
                </a:solidFill>
                <a:latin typeface="Arial" pitchFamily="34" charset="0"/>
                <a:ea typeface="黑体" pitchFamily="49" charset="-122"/>
                <a:cs typeface="Arial" pitchFamily="34" charset="0"/>
              </a:rPr>
              <a:t> 线路数量因设备类型和 </a:t>
            </a:r>
            <a:r>
              <a:rPr lang="en-US" altLang="zh-CN" sz="2000" b="0" i="0">
                <a:solidFill>
                  <a:schemeClr val="tx1"/>
                </a:solidFill>
                <a:latin typeface="Arial" pitchFamily="34" charset="0"/>
                <a:ea typeface="黑体" pitchFamily="49" charset="-122"/>
                <a:cs typeface="Arial" pitchFamily="34" charset="0"/>
              </a:rPr>
              <a:t>IOS </a:t>
            </a:r>
            <a:r>
              <a:rPr lang="zh-CN" altLang="en-US" sz="2000" b="0" i="0">
                <a:solidFill>
                  <a:schemeClr val="tx1"/>
                </a:solidFill>
                <a:latin typeface="Arial" pitchFamily="34" charset="0"/>
                <a:ea typeface="黑体" pitchFamily="49" charset="-122"/>
                <a:cs typeface="Arial" pitchFamily="34" charset="0"/>
              </a:rPr>
              <a:t>版本的不同而不同</a:t>
            </a:r>
          </a:p>
          <a:p>
            <a:pPr algn="l">
              <a:buNone/>
            </a:pPr>
            <a:endParaRPr lang="zh-CN" altLang="en-US">
              <a:latin typeface="Arial" pitchFamily="34" charset="0"/>
              <a:ea typeface="黑体" pitchFamily="49" charset="-122"/>
              <a:cs typeface="Arial" pitchFamily="34" charset="0"/>
            </a:endParaRPr>
          </a:p>
        </p:txBody>
      </p:sp>
    </p:spTree>
  </p:cSld>
  <p:clrMapOvr>
    <a:masterClrMapping/>
  </p:clrMapOvr>
  <p:transition spd="med">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3">
            <a:extLst>
              <a:ext uri="{FF2B5EF4-FFF2-40B4-BE49-F238E27FC236}">
                <a16:creationId xmlns:a16="http://schemas.microsoft.com/office/drawing/2014/main" id="{D05885BD-2864-4404-AEAB-AFE64A7047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2810" y="1447800"/>
            <a:ext cx="5486400" cy="217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604" name="Rectangle 2">
            <a:extLst>
              <a:ext uri="{FF2B5EF4-FFF2-40B4-BE49-F238E27FC236}">
                <a16:creationId xmlns:a16="http://schemas.microsoft.com/office/drawing/2014/main" id="{DE3AE6B3-E754-41BC-85CD-CAFFF5C0CB36}"/>
              </a:ext>
            </a:extLst>
          </p:cNvPr>
          <p:cNvSpPr>
            <a:spLocks noGrp="1" noChangeAspect="1" noChangeArrowheads="1"/>
          </p:cNvSpPr>
          <p:nvPr>
            <p:ph type="title"/>
          </p:nvPr>
        </p:nvSpPr>
        <p:spPr>
          <a:xfrm>
            <a:off x="495300" y="838200"/>
            <a:ext cx="8343900" cy="609600"/>
          </a:xfrm>
        </p:spPr>
        <p:txBody>
          <a:bodyPr/>
          <a:lstStyle/>
          <a:p>
            <a:pPr eaLnBrk="1" hangingPunct="1"/>
            <a:r>
              <a:rPr lang="zh-CN" altLang="en-US" dirty="0">
                <a:ea typeface="宋体" panose="02010600030101010101" pitchFamily="2" charset="-122"/>
              </a:rPr>
              <a:t>使用</a:t>
            </a:r>
            <a:r>
              <a:rPr lang="en-US" altLang="zh-CN" dirty="0">
                <a:ea typeface="宋体" panose="02010600030101010101" pitchFamily="2" charset="-122"/>
              </a:rPr>
              <a:t>ACL</a:t>
            </a:r>
            <a:r>
              <a:rPr lang="zh-CN" altLang="en-US" dirty="0">
                <a:ea typeface="宋体" panose="02010600030101010101" pitchFamily="2" charset="-122"/>
              </a:rPr>
              <a:t>限制虚拟通道访问</a:t>
            </a:r>
            <a:r>
              <a:rPr lang="en-US" altLang="zh-CN" dirty="0">
                <a:ea typeface="宋体" panose="02010600030101010101" pitchFamily="2" charset="-122"/>
              </a:rPr>
              <a:t>IP ACL — </a:t>
            </a:r>
            <a:r>
              <a:rPr lang="zh-CN" altLang="en-US" dirty="0">
                <a:solidFill>
                  <a:schemeClr val="accent2"/>
                </a:solidFill>
                <a:effectLst>
                  <a:outerShdw blurRad="38100" dist="38100" dir="2700000" algn="tl">
                    <a:srgbClr val="C0C0C0"/>
                  </a:outerShdw>
                </a:effectLst>
                <a:ea typeface="宋体" panose="02010600030101010101" pitchFamily="2" charset="-122"/>
              </a:rPr>
              <a:t>标准</a:t>
            </a:r>
          </a:p>
        </p:txBody>
      </p:sp>
      <p:sp>
        <p:nvSpPr>
          <p:cNvPr id="281609" name="Rectangle 9">
            <a:extLst>
              <a:ext uri="{FF2B5EF4-FFF2-40B4-BE49-F238E27FC236}">
                <a16:creationId xmlns:a16="http://schemas.microsoft.com/office/drawing/2014/main" id="{AF4D2E50-9030-4DDD-B030-E0AED3A939F5}"/>
              </a:ext>
            </a:extLst>
          </p:cNvPr>
          <p:cNvSpPr>
            <a:spLocks noGrp="1" noChangeArrowheads="1"/>
          </p:cNvSpPr>
          <p:nvPr>
            <p:ph type="body" idx="1"/>
          </p:nvPr>
        </p:nvSpPr>
        <p:spPr>
          <a:xfrm>
            <a:off x="609600" y="3621088"/>
            <a:ext cx="7924800" cy="2971800"/>
          </a:xfrm>
          <a:ln w="38100">
            <a:solidFill>
              <a:srgbClr val="708CA1"/>
            </a:solidFill>
            <a:miter lim="800000"/>
            <a:headEnd/>
            <a:tailEnd/>
          </a:ln>
        </p:spPr>
        <p:txBody>
          <a:bodyPr anchor="ctr"/>
          <a:lstStyle/>
          <a:p>
            <a:pPr>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Router(config)# </a:t>
            </a:r>
            <a:r>
              <a:rPr lang="en-US" altLang="zh-CN" sz="2000" b="1" dirty="0" err="1">
                <a:solidFill>
                  <a:schemeClr val="accent2"/>
                </a:solidFill>
                <a:effectLst>
                  <a:outerShdw blurRad="38100" dist="38100" dir="2700000" algn="tl">
                    <a:srgbClr val="C0C0C0"/>
                  </a:outerShdw>
                </a:effectLst>
                <a:latin typeface="Consolas" panose="020B0609020204030204" pitchFamily="49" charset="0"/>
                <a:ea typeface="宋体" panose="02010600030101010101" pitchFamily="2" charset="-122"/>
              </a:rPr>
              <a:t>ip</a:t>
            </a:r>
            <a:r>
              <a:rPr lang="en-US" altLang="zh-CN" sz="2000" b="1" dirty="0">
                <a:solidFill>
                  <a:schemeClr val="accent2"/>
                </a:solidFill>
                <a:effectLst>
                  <a:outerShdw blurRad="38100" dist="38100" dir="2700000" algn="tl">
                    <a:srgbClr val="C0C0C0"/>
                  </a:outerShdw>
                </a:effectLst>
                <a:latin typeface="Consolas" panose="020B0609020204030204" pitchFamily="49" charset="0"/>
                <a:ea typeface="宋体" panose="02010600030101010101" pitchFamily="2" charset="-122"/>
              </a:rPr>
              <a:t> access-list 1</a:t>
            </a:r>
          </a:p>
          <a:p>
            <a:pPr>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Router(config-std-</a:t>
            </a:r>
            <a:r>
              <a:rPr lang="en-US" altLang="zh-CN" sz="2000" dirty="0" err="1">
                <a:latin typeface="Consolas" panose="020B0609020204030204" pitchFamily="49" charset="0"/>
                <a:ea typeface="宋体" panose="02010600030101010101" pitchFamily="2" charset="-122"/>
              </a:rPr>
              <a:t>nacl</a:t>
            </a:r>
            <a:r>
              <a:rPr lang="en-US" altLang="zh-CN" sz="2000" dirty="0">
                <a:latin typeface="Consolas" panose="020B0609020204030204" pitchFamily="49" charset="0"/>
                <a:ea typeface="宋体" panose="02010600030101010101" pitchFamily="2" charset="-122"/>
              </a:rPr>
              <a:t>)# </a:t>
            </a:r>
            <a:r>
              <a:rPr lang="en-US" altLang="zh-CN" sz="2000" b="1" dirty="0">
                <a:solidFill>
                  <a:schemeClr val="accent2"/>
                </a:solidFill>
                <a:effectLst>
                  <a:outerShdw blurRad="38100" dist="38100" dir="2700000" algn="tl">
                    <a:srgbClr val="C0C0C0"/>
                  </a:outerShdw>
                </a:effectLst>
                <a:latin typeface="Consolas" panose="020B0609020204030204" pitchFamily="49" charset="0"/>
                <a:ea typeface="宋体" panose="02010600030101010101" pitchFamily="2" charset="-122"/>
              </a:rPr>
              <a:t>remark</a:t>
            </a:r>
            <a:r>
              <a:rPr lang="en-US" altLang="zh-CN" sz="2000" dirty="0">
                <a:latin typeface="Consolas" panose="020B0609020204030204" pitchFamily="49" charset="0"/>
                <a:ea typeface="宋体" panose="02010600030101010101" pitchFamily="2" charset="-122"/>
              </a:rPr>
              <a:t> Permit only Admin host</a:t>
            </a:r>
          </a:p>
          <a:p>
            <a:pPr>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Router(config-std-</a:t>
            </a:r>
            <a:r>
              <a:rPr lang="en-US" altLang="zh-CN" sz="2000" dirty="0" err="1">
                <a:latin typeface="Consolas" panose="020B0609020204030204" pitchFamily="49" charset="0"/>
                <a:ea typeface="宋体" panose="02010600030101010101" pitchFamily="2" charset="-122"/>
              </a:rPr>
              <a:t>nacl</a:t>
            </a:r>
            <a:r>
              <a:rPr lang="en-US" altLang="zh-CN" sz="2000" dirty="0">
                <a:latin typeface="Consolas" panose="020B0609020204030204" pitchFamily="49" charset="0"/>
                <a:ea typeface="宋体" panose="02010600030101010101" pitchFamily="2" charset="-122"/>
              </a:rPr>
              <a:t>)# </a:t>
            </a:r>
            <a:r>
              <a:rPr lang="en-US" altLang="zh-CN" sz="2000" b="1" dirty="0">
                <a:solidFill>
                  <a:schemeClr val="accent2"/>
                </a:solidFill>
                <a:effectLst>
                  <a:outerShdw blurRad="38100" dist="38100" dir="2700000" algn="tl">
                    <a:srgbClr val="C0C0C0"/>
                  </a:outerShdw>
                </a:effectLst>
                <a:latin typeface="Consolas" panose="020B0609020204030204" pitchFamily="49" charset="0"/>
                <a:ea typeface="宋体" panose="02010600030101010101" pitchFamily="2" charset="-122"/>
              </a:rPr>
              <a:t>permit host 192.168.1.10</a:t>
            </a:r>
          </a:p>
          <a:p>
            <a:pPr>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Router(config-std-</a:t>
            </a:r>
            <a:r>
              <a:rPr lang="en-US" altLang="zh-CN" sz="2000" dirty="0" err="1">
                <a:latin typeface="Consolas" panose="020B0609020204030204" pitchFamily="49" charset="0"/>
                <a:ea typeface="宋体" panose="02010600030101010101" pitchFamily="2" charset="-122"/>
              </a:rPr>
              <a:t>nacl</a:t>
            </a:r>
            <a:r>
              <a:rPr lang="en-US" altLang="zh-CN" sz="2000" dirty="0">
                <a:latin typeface="Consolas" panose="020B0609020204030204" pitchFamily="49" charset="0"/>
                <a:ea typeface="宋体" panose="02010600030101010101" pitchFamily="2" charset="-122"/>
              </a:rPr>
              <a:t>)# exit</a:t>
            </a:r>
          </a:p>
          <a:p>
            <a:pPr>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Router(config)# </a:t>
            </a:r>
            <a:r>
              <a:rPr lang="en-US" altLang="zh-CN" sz="2000" b="1" dirty="0">
                <a:effectLst>
                  <a:outerShdw blurRad="38100" dist="38100" dir="2700000" algn="tl">
                    <a:srgbClr val="C0C0C0"/>
                  </a:outerShdw>
                </a:effectLst>
                <a:latin typeface="Consolas" panose="020B0609020204030204" pitchFamily="49" charset="0"/>
                <a:ea typeface="宋体" panose="02010600030101010101" pitchFamily="2" charset="-122"/>
              </a:rPr>
              <a:t>line </a:t>
            </a:r>
            <a:r>
              <a:rPr lang="en-US" altLang="zh-CN" sz="2000" b="1" dirty="0" err="1">
                <a:effectLst>
                  <a:outerShdw blurRad="38100" dist="38100" dir="2700000" algn="tl">
                    <a:srgbClr val="C0C0C0"/>
                  </a:outerShdw>
                </a:effectLst>
                <a:latin typeface="Consolas" panose="020B0609020204030204" pitchFamily="49" charset="0"/>
                <a:ea typeface="宋体" panose="02010600030101010101" pitchFamily="2" charset="-122"/>
              </a:rPr>
              <a:t>vty</a:t>
            </a:r>
            <a:r>
              <a:rPr lang="en-US" altLang="zh-CN" sz="2000" b="1" dirty="0">
                <a:effectLst>
                  <a:outerShdw blurRad="38100" dist="38100" dir="2700000" algn="tl">
                    <a:srgbClr val="C0C0C0"/>
                  </a:outerShdw>
                </a:effectLst>
                <a:latin typeface="Consolas" panose="020B0609020204030204" pitchFamily="49" charset="0"/>
                <a:ea typeface="宋体" panose="02010600030101010101" pitchFamily="2" charset="-122"/>
              </a:rPr>
              <a:t> 0 4</a:t>
            </a:r>
          </a:p>
          <a:p>
            <a:pPr>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Router(config-line)# </a:t>
            </a:r>
            <a:r>
              <a:rPr lang="en-US" altLang="zh-CN" sz="2000" b="1" dirty="0">
                <a:solidFill>
                  <a:schemeClr val="accent2"/>
                </a:solidFill>
                <a:effectLst>
                  <a:outerShdw blurRad="38100" dist="38100" dir="2700000" algn="tl">
                    <a:srgbClr val="C0C0C0"/>
                  </a:outerShdw>
                </a:effectLst>
                <a:latin typeface="Consolas" panose="020B0609020204030204" pitchFamily="49" charset="0"/>
                <a:ea typeface="宋体" panose="02010600030101010101" pitchFamily="2" charset="-122"/>
              </a:rPr>
              <a:t>access-class</a:t>
            </a:r>
            <a:r>
              <a:rPr lang="en-US" altLang="zh-CN" sz="2000" dirty="0">
                <a:latin typeface="Consolas" panose="020B0609020204030204" pitchFamily="49" charset="0"/>
                <a:ea typeface="宋体" panose="02010600030101010101" pitchFamily="2" charset="-122"/>
              </a:rPr>
              <a:t> </a:t>
            </a:r>
            <a:r>
              <a:rPr lang="en-US" altLang="zh-CN" sz="2000" b="1" dirty="0" smtClean="0">
                <a:effectLst>
                  <a:outerShdw blurRad="38100" dist="38100" dir="2700000" algn="tl">
                    <a:srgbClr val="C0C0C0"/>
                  </a:outerShdw>
                </a:effectLst>
                <a:latin typeface="Consolas" panose="020B0609020204030204" pitchFamily="49" charset="0"/>
                <a:ea typeface="宋体" panose="02010600030101010101" pitchFamily="2" charset="-122"/>
              </a:rPr>
              <a:t>1 in</a:t>
            </a:r>
            <a:endParaRPr lang="zh-CN" altLang="en-US" sz="2000" b="1" dirty="0">
              <a:solidFill>
                <a:schemeClr val="accent2"/>
              </a:solidFill>
              <a:effectLst>
                <a:outerShdw blurRad="38100" dist="38100" dir="2700000" algn="tl">
                  <a:srgbClr val="C0C0C0"/>
                </a:outerShdw>
              </a:effectLst>
              <a:latin typeface="Consolas" panose="020B0609020204030204" pitchFamily="49" charset="0"/>
              <a:ea typeface="宋体" panose="02010600030101010101" pitchFamily="2" charset="-122"/>
            </a:endParaRPr>
          </a:p>
        </p:txBody>
      </p:sp>
      <p:sp>
        <p:nvSpPr>
          <p:cNvPr id="13317" name="Rectangle 2">
            <a:extLst>
              <a:ext uri="{FF2B5EF4-FFF2-40B4-BE49-F238E27FC236}">
                <a16:creationId xmlns:a16="http://schemas.microsoft.com/office/drawing/2014/main" id="{C54CF451-CEF0-4C25-BEEF-7EE94EC2818D}"/>
              </a:ext>
            </a:extLst>
          </p:cNvPr>
          <p:cNvSpPr>
            <a:spLocks noChangeArrowheads="1"/>
          </p:cNvSpPr>
          <p:nvPr/>
        </p:nvSpPr>
        <p:spPr bwMode="auto">
          <a:xfrm>
            <a:off x="495300" y="304800"/>
            <a:ext cx="83439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lIns="82124" tIns="41061" rIns="82124" bIns="41061" anchor="b"/>
          <a:lstStyle>
            <a:lvl1pPr defTabSz="814388" eaLnBrk="0" hangingPunct="0">
              <a:defRPr sz="3400" b="1">
                <a:solidFill>
                  <a:schemeClr val="tx1"/>
                </a:solidFill>
                <a:latin typeface="Arial" panose="020B0604020202020204" pitchFamily="34" charset="0"/>
              </a:defRPr>
            </a:lvl1pPr>
            <a:lvl2pPr marL="742950" indent="-285750" defTabSz="814388" eaLnBrk="0" hangingPunct="0">
              <a:defRPr sz="3400" b="1">
                <a:solidFill>
                  <a:schemeClr val="tx1"/>
                </a:solidFill>
                <a:latin typeface="Arial" panose="020B0604020202020204" pitchFamily="34" charset="0"/>
              </a:defRPr>
            </a:lvl2pPr>
            <a:lvl3pPr marL="1143000" indent="-228600" defTabSz="814388" eaLnBrk="0" hangingPunct="0">
              <a:defRPr sz="3400" b="1">
                <a:solidFill>
                  <a:schemeClr val="tx1"/>
                </a:solidFill>
                <a:latin typeface="Arial" panose="020B0604020202020204" pitchFamily="34" charset="0"/>
              </a:defRPr>
            </a:lvl3pPr>
            <a:lvl4pPr marL="1600200" indent="-228600" defTabSz="814388" eaLnBrk="0" hangingPunct="0">
              <a:defRPr sz="3400" b="1">
                <a:solidFill>
                  <a:schemeClr val="tx1"/>
                </a:solidFill>
                <a:latin typeface="Arial" panose="020B0604020202020204" pitchFamily="34" charset="0"/>
              </a:defRPr>
            </a:lvl4pPr>
            <a:lvl5pPr marL="2057400" indent="-228600" defTabSz="814388" eaLnBrk="0" hangingPunct="0">
              <a:defRPr sz="34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4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4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4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lnSpc>
                <a:spcPct val="90000"/>
              </a:lnSpc>
            </a:pPr>
            <a:endParaRPr lang="en-US" altLang="zh-CN" sz="3200" dirty="0">
              <a:solidFill>
                <a:srgbClr val="708CA1"/>
              </a:solidFill>
              <a:ea typeface="宋体" panose="02010600030101010101" pitchFamily="2" charset="-122"/>
            </a:endParaRPr>
          </a:p>
        </p:txBody>
      </p:sp>
    </p:spTree>
    <p:extLst>
      <p:ext uri="{BB962C8B-B14F-4D97-AF65-F5344CB8AC3E}">
        <p14:creationId xmlns:p14="http://schemas.microsoft.com/office/powerpoint/2010/main" val="1535318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BA3122-3428-4369-A4E4-D9519F42B80A}"/>
              </a:ext>
            </a:extLst>
          </p:cNvPr>
          <p:cNvSpPr>
            <a:spLocks noGrp="1"/>
          </p:cNvSpPr>
          <p:nvPr>
            <p:ph type="title"/>
          </p:nvPr>
        </p:nvSpPr>
        <p:spPr/>
        <p:txBody>
          <a:bodyPr/>
          <a:lstStyle/>
          <a:p>
            <a:r>
              <a:rPr lang="zh-CN" altLang="en-US" dirty="0"/>
              <a:t>查看用户连接情况</a:t>
            </a:r>
          </a:p>
        </p:txBody>
      </p:sp>
      <p:sp>
        <p:nvSpPr>
          <p:cNvPr id="3" name="内容占位符 2">
            <a:extLst>
              <a:ext uri="{FF2B5EF4-FFF2-40B4-BE49-F238E27FC236}">
                <a16:creationId xmlns:a16="http://schemas.microsoft.com/office/drawing/2014/main" id="{9B249388-963E-4DA0-9F2A-C84AEE65F271}"/>
              </a:ext>
            </a:extLst>
          </p:cNvPr>
          <p:cNvSpPr>
            <a:spLocks noGrp="1"/>
          </p:cNvSpPr>
          <p:nvPr>
            <p:ph idx="1"/>
          </p:nvPr>
        </p:nvSpPr>
        <p:spPr/>
        <p:txBody>
          <a:bodyPr/>
          <a:lstStyle/>
          <a:p>
            <a:r>
              <a:rPr lang="en-US" altLang="zh-CN" dirty="0"/>
              <a:t>Show</a:t>
            </a:r>
            <a:r>
              <a:rPr lang="zh-CN" altLang="en-US" dirty="0"/>
              <a:t> </a:t>
            </a:r>
            <a:r>
              <a:rPr lang="en-US" altLang="zh-CN" dirty="0"/>
              <a:t>users</a:t>
            </a:r>
            <a:endParaRPr lang="zh-CN" altLang="en-US" dirty="0"/>
          </a:p>
        </p:txBody>
      </p:sp>
    </p:spTree>
    <p:extLst>
      <p:ext uri="{BB962C8B-B14F-4D97-AF65-F5344CB8AC3E}">
        <p14:creationId xmlns:p14="http://schemas.microsoft.com/office/powerpoint/2010/main" val="2501568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292100" y="392113"/>
            <a:ext cx="8145463" cy="838200"/>
          </a:xfrm>
        </p:spPr>
        <p:txBody>
          <a:bodyPr/>
          <a:lstStyle/>
          <a:p>
            <a:pPr algn="l" defTabSz="814365">
              <a:spcBef>
                <a:spcPct val="0"/>
              </a:spcBef>
              <a:spcAft>
                <a:spcPct val="0"/>
              </a:spcAft>
              <a:buNone/>
            </a:pPr>
            <a:r>
              <a:rPr lang="zh-CN" altLang="en-US" sz="1800" b="1" i="0">
                <a:solidFill>
                  <a:srgbClr val="708CA1"/>
                </a:solidFill>
                <a:latin typeface="黑体" pitchFamily="49" charset="-122"/>
                <a:ea typeface="黑体" pitchFamily="49" charset="-122"/>
                <a:cs typeface="Arial"/>
              </a:rPr>
              <a:t>限制对设备配置的访问</a:t>
            </a:r>
            <a:r>
              <a:rPr lang="zh-CN" altLang="en-US" sz="3200" b="1" i="0">
                <a:solidFill>
                  <a:srgbClr val="708CA1"/>
                </a:solidFill>
                <a:latin typeface="黑体" pitchFamily="49" charset="-122"/>
                <a:ea typeface="黑体" pitchFamily="49" charset="-122"/>
              </a:rPr>
              <a:t/>
            </a:r>
            <a:br>
              <a:rPr lang="zh-CN" altLang="en-US" sz="3200" b="1" i="0">
                <a:solidFill>
                  <a:srgbClr val="708CA1"/>
                </a:solidFill>
                <a:latin typeface="黑体" pitchFamily="49" charset="-122"/>
                <a:ea typeface="黑体" pitchFamily="49" charset="-122"/>
              </a:rPr>
            </a:br>
            <a:r>
              <a:rPr lang="zh-CN" altLang="en-US" sz="3200" b="1" i="0">
                <a:solidFill>
                  <a:srgbClr val="AAC1D8">
                    <a:lumMod val="75000"/>
                  </a:srgbClr>
                </a:solidFill>
                <a:latin typeface="黑体" pitchFamily="49" charset="-122"/>
                <a:ea typeface="黑体" pitchFamily="49" charset="-122"/>
                <a:cs typeface="Arial"/>
              </a:rPr>
              <a:t>加密密码显示</a:t>
            </a:r>
            <a:endParaRPr lang="zh-CN" altLang="en-US">
              <a:solidFill>
                <a:schemeClr val="accent5">
                  <a:lumMod val="75000"/>
                </a:schemeClr>
              </a:solidFill>
              <a:latin typeface="黑体" pitchFamily="49" charset="-122"/>
              <a:ea typeface="黑体" pitchFamily="49" charset="-122"/>
              <a:cs typeface="Arial" pitchFamily="34" charset="0"/>
            </a:endParaRPr>
          </a:p>
        </p:txBody>
      </p:sp>
      <p:sp>
        <p:nvSpPr>
          <p:cNvPr id="5" name="Rectangle 6"/>
          <p:cNvSpPr>
            <a:spLocks noGrp="1" noChangeArrowheads="1"/>
          </p:cNvSpPr>
          <p:nvPr>
            <p:ph idx="1"/>
          </p:nvPr>
        </p:nvSpPr>
        <p:spPr>
          <a:xfrm>
            <a:off x="6634164" y="1517650"/>
            <a:ext cx="2161493" cy="5340350"/>
          </a:xfrm>
        </p:spPr>
        <p:txBody>
          <a:bodyPr/>
          <a:lstStyle/>
          <a:p>
            <a:pPr marL="0" indent="0" algn="l" defTabSz="814365">
              <a:spcBef>
                <a:spcPct val="50000"/>
              </a:spcBef>
              <a:spcAft>
                <a:spcPct val="0"/>
              </a:spcAft>
              <a:buNone/>
            </a:pPr>
            <a:r>
              <a:rPr lang="en-US" altLang="zh-CN" sz="1800" b="1" i="0" dirty="0">
                <a:solidFill>
                  <a:srgbClr val="000000"/>
                </a:solidFill>
                <a:latin typeface="黑体" pitchFamily="49" charset="-122"/>
                <a:ea typeface="黑体" pitchFamily="49" charset="-122"/>
                <a:cs typeface="Arial"/>
              </a:rPr>
              <a:t>service password-encryption</a:t>
            </a:r>
            <a:endParaRPr lang="zh-CN" altLang="en-US" sz="1800" dirty="0">
              <a:latin typeface="黑体" pitchFamily="49" charset="-122"/>
              <a:ea typeface="黑体" pitchFamily="49" charset="-122"/>
              <a:cs typeface="Arial" pitchFamily="34" charset="0"/>
            </a:endParaRPr>
          </a:p>
          <a:p>
            <a:pPr marL="236555" indent="-236555" algn="l" defTabSz="814365">
              <a:lnSpc>
                <a:spcPct val="100000"/>
              </a:lnSpc>
              <a:spcBef>
                <a:spcPct val="50000"/>
              </a:spcBef>
              <a:spcAft>
                <a:spcPct val="0"/>
              </a:spcAft>
              <a:buClr>
                <a:srgbClr val="708CA1"/>
              </a:buClr>
              <a:buFont typeface="Wingdings"/>
              <a:buChar char="§"/>
            </a:pPr>
            <a:r>
              <a:rPr lang="zh-CN" altLang="en-US" sz="1800" b="0" i="0" dirty="0">
                <a:solidFill>
                  <a:srgbClr val="000000"/>
                </a:solidFill>
                <a:latin typeface="黑体" pitchFamily="49" charset="-122"/>
                <a:ea typeface="黑体" pitchFamily="49" charset="-122"/>
              </a:rPr>
              <a:t>防止在查看配置时将命令显示为明文。</a:t>
            </a:r>
            <a:endParaRPr lang="zh-CN" altLang="en-US" sz="1800" b="1" i="0" dirty="0">
              <a:solidFill>
                <a:srgbClr val="000000"/>
              </a:solidFill>
              <a:latin typeface="黑体" pitchFamily="49" charset="-122"/>
              <a:ea typeface="黑体" pitchFamily="49" charset="-122"/>
            </a:endParaRPr>
          </a:p>
          <a:p>
            <a:pPr marL="236555" indent="-236555" algn="l" defTabSz="814365">
              <a:lnSpc>
                <a:spcPct val="100000"/>
              </a:lnSpc>
              <a:spcBef>
                <a:spcPct val="50000"/>
              </a:spcBef>
              <a:spcAft>
                <a:spcPct val="0"/>
              </a:spcAft>
              <a:buClr>
                <a:srgbClr val="708CA1"/>
              </a:buClr>
              <a:buFont typeface="Wingdings"/>
              <a:buChar char="§"/>
            </a:pPr>
            <a:r>
              <a:rPr lang="zh-CN" altLang="en-US" sz="1800" b="0" i="0" dirty="0">
                <a:solidFill>
                  <a:srgbClr val="000000"/>
                </a:solidFill>
                <a:latin typeface="黑体" pitchFamily="49" charset="-122"/>
                <a:ea typeface="黑体" pitchFamily="49" charset="-122"/>
              </a:rPr>
              <a:t>此命令的用途在于防止未经授权的人员查看配置文件中的密码</a:t>
            </a:r>
          </a:p>
          <a:p>
            <a:pPr marL="236555" indent="-236555" algn="l" defTabSz="814365">
              <a:lnSpc>
                <a:spcPct val="100000"/>
              </a:lnSpc>
              <a:spcBef>
                <a:spcPct val="50000"/>
              </a:spcBef>
              <a:spcAft>
                <a:spcPct val="0"/>
              </a:spcAft>
              <a:buClr>
                <a:srgbClr val="708CA1"/>
              </a:buClr>
              <a:buFont typeface="Wingdings"/>
              <a:buChar char="§"/>
            </a:pPr>
            <a:r>
              <a:rPr lang="zh-CN" altLang="en-US" sz="1800" b="0" i="0" dirty="0">
                <a:solidFill>
                  <a:srgbClr val="000000"/>
                </a:solidFill>
                <a:latin typeface="黑体" pitchFamily="49" charset="-122"/>
                <a:ea typeface="黑体" pitchFamily="49" charset="-122"/>
              </a:rPr>
              <a:t>密码加密一旦应用，即使取消加密服务，也不会消除加密效果。</a:t>
            </a:r>
            <a:endParaRPr lang="zh-CN" altLang="en-US" sz="1800" dirty="0">
              <a:latin typeface="黑体" pitchFamily="49" charset="-122"/>
              <a:ea typeface="黑体" pitchFamily="49" charset="-122"/>
            </a:endParaRPr>
          </a:p>
        </p:txBody>
      </p:sp>
      <p:pic>
        <p:nvPicPr>
          <p:cNvPr id="2050" name="Picture 2"/>
          <p:cNvPicPr>
            <a:picLocks noChangeAspect="1" noChangeArrowheads="1"/>
          </p:cNvPicPr>
          <p:nvPr/>
        </p:nvPicPr>
        <p:blipFill>
          <a:blip r:embed="rId3"/>
          <a:srcRect/>
          <a:stretch>
            <a:fillRect/>
          </a:stretch>
        </p:blipFill>
        <p:spPr bwMode="auto">
          <a:xfrm>
            <a:off x="735891" y="1422400"/>
            <a:ext cx="5624202" cy="4368800"/>
          </a:xfrm>
          <a:prstGeom prst="rect">
            <a:avLst/>
          </a:prstGeom>
          <a:noFill/>
          <a:ln w="9525">
            <a:noFill/>
            <a:miter lim="800000"/>
            <a:headEnd/>
            <a:tailEnd/>
          </a:ln>
          <a:effectLst/>
        </p:spPr>
      </p:pic>
    </p:spTree>
  </p:cSld>
  <p:clrMapOvr>
    <a:masterClrMapping/>
  </p:clrMapOvr>
  <p:transition spd="med">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81013" y="392113"/>
            <a:ext cx="8145462" cy="838200"/>
          </a:xfrm>
        </p:spPr>
        <p:txBody>
          <a:bodyPr/>
          <a:lstStyle/>
          <a:p>
            <a:pPr algn="l" defTabSz="814365">
              <a:lnSpc>
                <a:spcPct val="100000"/>
              </a:lnSpc>
              <a:spcBef>
                <a:spcPct val="0"/>
              </a:spcBef>
              <a:spcAft>
                <a:spcPct val="0"/>
              </a:spcAft>
              <a:buNone/>
            </a:pPr>
            <a:r>
              <a:rPr lang="zh-CN" altLang="en-US" sz="1800" b="1" i="0" dirty="0">
                <a:solidFill>
                  <a:srgbClr val="708CA1"/>
                </a:solidFill>
                <a:latin typeface="Arial" pitchFamily="34" charset="0"/>
                <a:ea typeface="黑体" pitchFamily="49" charset="-122"/>
                <a:cs typeface="Arial" pitchFamily="34" charset="0"/>
              </a:rPr>
              <a:t>限制对设备配置的访问</a:t>
            </a:r>
            <a:r>
              <a:rPr lang="zh-CN" altLang="en-US" sz="3200" b="1" i="0" dirty="0">
                <a:solidFill>
                  <a:srgbClr val="708CA1"/>
                </a:solidFill>
                <a:latin typeface="Arial" pitchFamily="34" charset="0"/>
                <a:ea typeface="黑体" pitchFamily="49" charset="-122"/>
                <a:cs typeface="Arial" pitchFamily="34" charset="0"/>
              </a:rPr>
              <a:t/>
            </a:r>
            <a:br>
              <a:rPr lang="zh-CN" altLang="en-US" sz="3200" b="1" i="0" dirty="0">
                <a:solidFill>
                  <a:srgbClr val="708CA1"/>
                </a:solidFill>
                <a:latin typeface="Arial" pitchFamily="34" charset="0"/>
                <a:ea typeface="黑体" pitchFamily="49" charset="-122"/>
                <a:cs typeface="Arial" pitchFamily="34" charset="0"/>
              </a:rPr>
            </a:br>
            <a:r>
              <a:rPr lang="zh-CN" altLang="en-US" sz="3200" b="1" i="0" dirty="0">
                <a:solidFill>
                  <a:srgbClr val="AAC1D8">
                    <a:lumMod val="75000"/>
                  </a:srgbClr>
                </a:solidFill>
                <a:latin typeface="Arial" pitchFamily="34" charset="0"/>
                <a:ea typeface="黑体" pitchFamily="49" charset="-122"/>
                <a:cs typeface="Arial" pitchFamily="34" charset="0"/>
              </a:rPr>
              <a:t>标语消息</a:t>
            </a:r>
          </a:p>
        </p:txBody>
      </p:sp>
      <p:sp>
        <p:nvSpPr>
          <p:cNvPr id="39939" name="Rectangle 6"/>
          <p:cNvSpPr>
            <a:spLocks noGrp="1" noChangeArrowheads="1"/>
          </p:cNvSpPr>
          <p:nvPr>
            <p:ph idx="1"/>
          </p:nvPr>
        </p:nvSpPr>
        <p:spPr>
          <a:xfrm>
            <a:off x="406400" y="1482725"/>
            <a:ext cx="2598738" cy="5122863"/>
          </a:xfrm>
        </p:spPr>
        <p:txBody>
          <a:bodyPr/>
          <a:lstStyle/>
          <a:p>
            <a:pPr marL="236555" indent="-236555" algn="l" defTabSz="814365">
              <a:lnSpc>
                <a:spcPct val="100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当控告某人侵入设备时，标语可在诉讼程序中起到重要作用</a:t>
            </a:r>
          </a:p>
          <a:p>
            <a:pPr marL="236555" indent="-236555" algn="l" defTabSz="814365">
              <a:lnSpc>
                <a:spcPct val="100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暗含“欢迎登录”或“邀请登录”意味的词语都不合适</a:t>
            </a:r>
          </a:p>
          <a:p>
            <a:pPr marL="236555" indent="-236555" algn="l" defTabSz="814365">
              <a:lnSpc>
                <a:spcPct val="100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常用于发布法律通知，因为它会向连接的所有终端显示</a:t>
            </a:r>
          </a:p>
          <a:p>
            <a:pPr marL="236555" indent="-236555" algn="l" defTabSz="814365">
              <a:lnSpc>
                <a:spcPct val="75000"/>
              </a:lnSpc>
              <a:spcBef>
                <a:spcPct val="50000"/>
              </a:spcBef>
              <a:spcAft>
                <a:spcPct val="0"/>
              </a:spcAft>
              <a:buClr>
                <a:srgbClr val="708CA1"/>
              </a:buClr>
              <a:buFont typeface="Wingdings"/>
              <a:buChar char="§"/>
            </a:pPr>
            <a:endParaRPr lang="zh-CN" altLang="en-US" sz="2000" dirty="0">
              <a:latin typeface="Arial" pitchFamily="34" charset="0"/>
              <a:ea typeface="黑体" pitchFamily="49" charset="-122"/>
              <a:cs typeface="Arial" pitchFamily="34" charset="0"/>
            </a:endParaRPr>
          </a:p>
        </p:txBody>
      </p:sp>
      <p:pic>
        <p:nvPicPr>
          <p:cNvPr id="39940" name="Picture 5"/>
          <p:cNvPicPr>
            <a:picLocks noChangeAspect="1" noChangeArrowheads="1"/>
          </p:cNvPicPr>
          <p:nvPr/>
        </p:nvPicPr>
        <p:blipFill>
          <a:blip r:embed="rId3"/>
          <a:stretch>
            <a:fillRect/>
          </a:stretch>
        </p:blipFill>
        <p:spPr bwMode="auto">
          <a:xfrm>
            <a:off x="3497263" y="1493838"/>
            <a:ext cx="5516562" cy="4633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Tree>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03225" y="420688"/>
            <a:ext cx="8145463" cy="838200"/>
          </a:xfrm>
        </p:spPr>
        <p:txBody>
          <a:bodyPr/>
          <a:lstStyle/>
          <a:p>
            <a:pPr algn="l" defTabSz="814365">
              <a:spcBef>
                <a:spcPct val="0"/>
              </a:spcBef>
              <a:spcAft>
                <a:spcPct val="0"/>
              </a:spcAft>
              <a:buNone/>
            </a:pPr>
            <a:r>
              <a:rPr lang="zh-CN" altLang="en-US" sz="1800" b="1" i="0">
                <a:solidFill>
                  <a:srgbClr val="708CA1"/>
                </a:solidFill>
                <a:latin typeface="Arial" pitchFamily="34" charset="0"/>
                <a:ea typeface="黑体" pitchFamily="49" charset="-122"/>
                <a:cs typeface="Arial" pitchFamily="34" charset="0"/>
              </a:rPr>
              <a:t>保存配置</a:t>
            </a:r>
            <a:r>
              <a:rPr lang="zh-CN" altLang="en-US" sz="3200" b="1" i="0">
                <a:solidFill>
                  <a:srgbClr val="708CA1"/>
                </a:solidFill>
                <a:latin typeface="Arial" pitchFamily="34" charset="0"/>
                <a:ea typeface="黑体" pitchFamily="49" charset="-122"/>
                <a:cs typeface="Arial" pitchFamily="34" charset="0"/>
              </a:rPr>
              <a:t/>
            </a:r>
            <a:br>
              <a:rPr lang="zh-CN" altLang="en-US" sz="3200" b="1" i="0">
                <a:solidFill>
                  <a:srgbClr val="708CA1"/>
                </a:solidFill>
                <a:latin typeface="Arial" pitchFamily="34" charset="0"/>
                <a:ea typeface="黑体" pitchFamily="49" charset="-122"/>
                <a:cs typeface="Arial" pitchFamily="34" charset="0"/>
              </a:rPr>
            </a:br>
            <a:r>
              <a:rPr lang="zh-CN" altLang="en-US" sz="3200" b="1" i="0">
                <a:solidFill>
                  <a:srgbClr val="AAC1D8">
                    <a:lumMod val="75000"/>
                  </a:srgbClr>
                </a:solidFill>
                <a:latin typeface="Arial" pitchFamily="34" charset="0"/>
                <a:ea typeface="黑体" pitchFamily="49" charset="-122"/>
                <a:cs typeface="Arial" pitchFamily="34" charset="0"/>
              </a:rPr>
              <a:t>配置文件</a:t>
            </a:r>
          </a:p>
        </p:txBody>
      </p:sp>
      <p:sp>
        <p:nvSpPr>
          <p:cNvPr id="36867" name="Rectangle 6"/>
          <p:cNvSpPr>
            <a:spLocks noGrp="1" noChangeArrowheads="1"/>
          </p:cNvSpPr>
          <p:nvPr>
            <p:ph idx="1"/>
          </p:nvPr>
        </p:nvSpPr>
        <p:spPr>
          <a:xfrm>
            <a:off x="5630863" y="1146175"/>
            <a:ext cx="3324225" cy="5232400"/>
          </a:xfrm>
        </p:spPr>
        <p:txBody>
          <a:bodyPr/>
          <a:lstStyle/>
          <a:p>
            <a:pPr marL="236555" indent="-236555" algn="l" defTabSz="814365">
              <a:lnSpc>
                <a:spcPct val="100000"/>
              </a:lnSpc>
              <a:spcBef>
                <a:spcPct val="50000"/>
              </a:spcBef>
              <a:spcAft>
                <a:spcPct val="0"/>
              </a:spcAft>
              <a:buClr>
                <a:srgbClr val="708CA1"/>
              </a:buClr>
              <a:buFont typeface="Wingdings"/>
              <a:buChar char="§"/>
            </a:pPr>
            <a:r>
              <a:rPr lang="en-US" altLang="zh-CN" sz="2000" b="0" i="0" dirty="0">
                <a:solidFill>
                  <a:srgbClr val="000000"/>
                </a:solidFill>
                <a:latin typeface="Arial" pitchFamily="34" charset="0"/>
                <a:ea typeface="黑体" pitchFamily="49" charset="-122"/>
                <a:cs typeface="Arial" pitchFamily="34" charset="0"/>
              </a:rPr>
              <a:t>Switch# </a:t>
            </a:r>
            <a:r>
              <a:rPr lang="en-US" altLang="zh-CN" sz="2000" b="1" i="0" dirty="0">
                <a:solidFill>
                  <a:srgbClr val="000000"/>
                </a:solidFill>
                <a:latin typeface="Arial" pitchFamily="34" charset="0"/>
                <a:ea typeface="黑体" pitchFamily="49" charset="-122"/>
                <a:cs typeface="Arial" pitchFamily="34" charset="0"/>
              </a:rPr>
              <a:t>reload</a:t>
            </a:r>
            <a:endParaRPr lang="zh-CN" altLang="en-US" sz="2000" dirty="0">
              <a:latin typeface="Arial" pitchFamily="34" charset="0"/>
              <a:ea typeface="黑体" pitchFamily="49" charset="-122"/>
              <a:cs typeface="Arial" pitchFamily="34" charset="0"/>
            </a:endParaRPr>
          </a:p>
          <a:p>
            <a:pPr marL="465155" lvl="1" indent="-22220" algn="l" defTabSz="814365">
              <a:lnSpc>
                <a:spcPct val="100000"/>
              </a:lnSpc>
              <a:spcBef>
                <a:spcPct val="35000"/>
              </a:spcBef>
              <a:spcAft>
                <a:spcPct val="0"/>
              </a:spcAft>
              <a:buNone/>
            </a:pPr>
            <a:r>
              <a:rPr lang="en-US" altLang="zh-CN" sz="1600" b="0" i="0" dirty="0">
                <a:solidFill>
                  <a:srgbClr val="000000"/>
                </a:solidFill>
                <a:latin typeface="Arial" pitchFamily="34" charset="0"/>
                <a:ea typeface="黑体" pitchFamily="49" charset="-122"/>
                <a:cs typeface="Arial" pitchFamily="34" charset="0"/>
              </a:rPr>
              <a:t>System configuration has been modified. Save? [yes/no]:</a:t>
            </a:r>
            <a:r>
              <a:rPr lang="zh-CN" altLang="en-US" sz="1600" b="0" i="0" dirty="0">
                <a:solidFill>
                  <a:srgbClr val="000000"/>
                </a:solidFill>
                <a:latin typeface="Arial" pitchFamily="34" charset="0"/>
                <a:ea typeface="黑体" pitchFamily="49" charset="-122"/>
                <a:cs typeface="Arial" pitchFamily="34" charset="0"/>
              </a:rPr>
              <a:t> </a:t>
            </a:r>
            <a:r>
              <a:rPr lang="en-US" altLang="zh-CN" sz="1600" b="1" i="0" dirty="0">
                <a:solidFill>
                  <a:srgbClr val="000000"/>
                </a:solidFill>
                <a:latin typeface="Arial" pitchFamily="34" charset="0"/>
                <a:ea typeface="黑体" pitchFamily="49" charset="-122"/>
                <a:cs typeface="Arial" pitchFamily="34" charset="0"/>
              </a:rPr>
              <a:t>n</a:t>
            </a:r>
            <a:endParaRPr lang="zh-CN" altLang="en-US" sz="1600" dirty="0">
              <a:latin typeface="Arial" pitchFamily="34" charset="0"/>
              <a:ea typeface="黑体" pitchFamily="49" charset="-122"/>
              <a:cs typeface="Arial" pitchFamily="34" charset="0"/>
            </a:endParaRPr>
          </a:p>
          <a:p>
            <a:pPr marL="465155" lvl="1" indent="-7955" algn="l" defTabSz="814365">
              <a:lnSpc>
                <a:spcPct val="100000"/>
              </a:lnSpc>
              <a:spcBef>
                <a:spcPct val="35000"/>
              </a:spcBef>
              <a:spcAft>
                <a:spcPct val="0"/>
              </a:spcAft>
              <a:buNone/>
            </a:pPr>
            <a:r>
              <a:rPr lang="en-US" altLang="zh-CN" sz="1600" b="0" i="0" dirty="0">
                <a:solidFill>
                  <a:srgbClr val="000000"/>
                </a:solidFill>
                <a:latin typeface="Arial" pitchFamily="34" charset="0"/>
                <a:ea typeface="黑体" pitchFamily="49" charset="-122"/>
                <a:cs typeface="Arial" pitchFamily="34" charset="0"/>
              </a:rPr>
              <a:t>Proceed with reload? [confirm]</a:t>
            </a:r>
            <a:endParaRPr lang="zh-CN" altLang="en-US" sz="1600" b="0" i="0" dirty="0">
              <a:solidFill>
                <a:srgbClr val="000000"/>
              </a:solidFill>
              <a:latin typeface="Arial" pitchFamily="34" charset="0"/>
              <a:ea typeface="黑体" pitchFamily="49" charset="-122"/>
              <a:cs typeface="Arial" pitchFamily="34" charset="0"/>
            </a:endParaRPr>
          </a:p>
          <a:p>
            <a:pPr marL="236555" indent="-236555" algn="l" defTabSz="814365">
              <a:lnSpc>
                <a:spcPct val="100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启动配置通过 </a:t>
            </a:r>
            <a:r>
              <a:rPr lang="en-US" altLang="zh-CN" sz="2000" b="1" i="0" dirty="0">
                <a:solidFill>
                  <a:srgbClr val="000000"/>
                </a:solidFill>
                <a:latin typeface="Arial" pitchFamily="34" charset="0"/>
                <a:ea typeface="黑体" pitchFamily="49" charset="-122"/>
                <a:cs typeface="Arial" pitchFamily="34" charset="0"/>
              </a:rPr>
              <a:t>erase startup-</a:t>
            </a:r>
            <a:r>
              <a:rPr lang="en-US" altLang="zh-CN" sz="2000" b="1" i="0" dirty="0" err="1">
                <a:solidFill>
                  <a:srgbClr val="000000"/>
                </a:solidFill>
                <a:latin typeface="Arial" pitchFamily="34" charset="0"/>
                <a:ea typeface="黑体" pitchFamily="49" charset="-122"/>
                <a:cs typeface="Arial" pitchFamily="34" charset="0"/>
              </a:rPr>
              <a:t>config</a:t>
            </a:r>
            <a:r>
              <a:rPr lang="zh-CN" altLang="en-US" sz="2000" b="0" i="0" dirty="0">
                <a:solidFill>
                  <a:srgbClr val="000000"/>
                </a:solidFill>
                <a:latin typeface="Arial" pitchFamily="34" charset="0"/>
                <a:ea typeface="黑体" pitchFamily="49" charset="-122"/>
                <a:cs typeface="Arial" pitchFamily="34" charset="0"/>
              </a:rPr>
              <a:t> 命令来</a:t>
            </a:r>
            <a:r>
              <a:rPr lang="en-US" altLang="zh-CN" sz="2000" b="0" i="0" dirty="0">
                <a:solidFill>
                  <a:srgbClr val="000000"/>
                </a:solidFill>
                <a:latin typeface="Arial" pitchFamily="34" charset="0"/>
                <a:ea typeface="黑体" pitchFamily="49" charset="-122"/>
                <a:cs typeface="Arial" pitchFamily="34" charset="0"/>
              </a:rPr>
              <a:t/>
            </a:r>
            <a:br>
              <a:rPr lang="en-US" altLang="zh-CN" sz="2000" b="0" i="0" dirty="0">
                <a:solidFill>
                  <a:srgbClr val="000000"/>
                </a:solidFill>
                <a:latin typeface="Arial" pitchFamily="34" charset="0"/>
                <a:ea typeface="黑体" pitchFamily="49" charset="-122"/>
                <a:cs typeface="Arial" pitchFamily="34" charset="0"/>
              </a:rPr>
            </a:br>
            <a:r>
              <a:rPr lang="zh-CN" altLang="en-US" sz="2000" b="0" i="0" dirty="0">
                <a:solidFill>
                  <a:srgbClr val="000000"/>
                </a:solidFill>
                <a:latin typeface="Arial" pitchFamily="34" charset="0"/>
                <a:ea typeface="黑体" pitchFamily="49" charset="-122"/>
                <a:cs typeface="Arial" pitchFamily="34" charset="0"/>
              </a:rPr>
              <a:t>删除</a:t>
            </a:r>
            <a:endParaRPr lang="zh-CN" altLang="en-US" sz="2000" dirty="0">
              <a:latin typeface="Arial" pitchFamily="34" charset="0"/>
              <a:ea typeface="黑体" pitchFamily="49" charset="-122"/>
              <a:cs typeface="Arial" pitchFamily="34" charset="0"/>
            </a:endParaRPr>
          </a:p>
          <a:p>
            <a:pPr marL="338145" lvl="1" indent="0" algn="l" defTabSz="814365">
              <a:lnSpc>
                <a:spcPct val="100000"/>
              </a:lnSpc>
              <a:spcBef>
                <a:spcPct val="35000"/>
              </a:spcBef>
              <a:spcAft>
                <a:spcPct val="0"/>
              </a:spcAft>
              <a:buNone/>
            </a:pPr>
            <a:r>
              <a:rPr lang="en-US" altLang="zh-CN" sz="1600" b="0" i="0" dirty="0">
                <a:solidFill>
                  <a:srgbClr val="000000"/>
                </a:solidFill>
                <a:latin typeface="Arial" pitchFamily="34" charset="0"/>
                <a:ea typeface="黑体" pitchFamily="49" charset="-122"/>
                <a:cs typeface="Arial" pitchFamily="34" charset="0"/>
              </a:rPr>
              <a:t>Switch#</a:t>
            </a:r>
            <a:r>
              <a:rPr lang="zh-CN" altLang="en-US" sz="1600" b="0" i="0" dirty="0">
                <a:solidFill>
                  <a:srgbClr val="000000"/>
                </a:solidFill>
                <a:latin typeface="Arial" pitchFamily="34" charset="0"/>
                <a:ea typeface="黑体" pitchFamily="49" charset="-122"/>
                <a:cs typeface="Arial" pitchFamily="34" charset="0"/>
              </a:rPr>
              <a:t> </a:t>
            </a:r>
            <a:r>
              <a:rPr lang="en-US" altLang="zh-CN" sz="1600" b="1" i="0" dirty="0">
                <a:solidFill>
                  <a:srgbClr val="000000"/>
                </a:solidFill>
                <a:latin typeface="Arial" pitchFamily="34" charset="0"/>
                <a:ea typeface="黑体" pitchFamily="49" charset="-122"/>
                <a:cs typeface="Arial" pitchFamily="34" charset="0"/>
              </a:rPr>
              <a:t>erase startup-</a:t>
            </a:r>
            <a:r>
              <a:rPr lang="en-US" altLang="zh-CN" sz="1600" b="1" i="0" dirty="0" err="1">
                <a:solidFill>
                  <a:srgbClr val="000000"/>
                </a:solidFill>
                <a:latin typeface="Arial" pitchFamily="34" charset="0"/>
                <a:ea typeface="黑体" pitchFamily="49" charset="-122"/>
                <a:cs typeface="Arial" pitchFamily="34" charset="0"/>
              </a:rPr>
              <a:t>config</a:t>
            </a:r>
            <a:endParaRPr lang="zh-CN" altLang="en-US" sz="1600" b="1" dirty="0">
              <a:latin typeface="Arial" pitchFamily="34" charset="0"/>
              <a:ea typeface="黑体" pitchFamily="49" charset="-122"/>
              <a:cs typeface="Arial" pitchFamily="34" charset="0"/>
            </a:endParaRPr>
          </a:p>
          <a:p>
            <a:pPr marL="236555" indent="-236555" algn="l" defTabSz="814365">
              <a:lnSpc>
                <a:spcPct val="100000"/>
              </a:lnSpc>
              <a:spcBef>
                <a:spcPct val="50000"/>
              </a:spcBef>
              <a:spcAft>
                <a:spcPct val="0"/>
              </a:spcAft>
              <a:buClr>
                <a:srgbClr val="708CA1"/>
              </a:buClr>
              <a:buFont typeface="Wingdings"/>
              <a:buChar char="§"/>
            </a:pPr>
            <a:r>
              <a:rPr lang="zh-CN" altLang="en-US" sz="2000" b="0" i="0" dirty="0">
                <a:solidFill>
                  <a:srgbClr val="000000"/>
                </a:solidFill>
                <a:latin typeface="Arial" pitchFamily="34" charset="0"/>
                <a:ea typeface="黑体" pitchFamily="49" charset="-122"/>
                <a:cs typeface="Arial" pitchFamily="34" charset="0"/>
              </a:rPr>
              <a:t>在交换机上也必须发出 </a:t>
            </a:r>
            <a:r>
              <a:rPr lang="en-US" altLang="zh-CN" sz="2000" b="1" i="0" dirty="0">
                <a:solidFill>
                  <a:srgbClr val="000000"/>
                </a:solidFill>
                <a:latin typeface="Arial" pitchFamily="34" charset="0"/>
                <a:ea typeface="黑体" pitchFamily="49" charset="-122"/>
                <a:cs typeface="Arial" pitchFamily="34" charset="0"/>
              </a:rPr>
              <a:t>delete vlan.dat</a:t>
            </a:r>
            <a:r>
              <a:rPr lang="zh-CN" altLang="en-US" sz="2000" b="0" i="0" dirty="0">
                <a:solidFill>
                  <a:srgbClr val="000000"/>
                </a:solidFill>
                <a:latin typeface="Arial" pitchFamily="34" charset="0"/>
                <a:ea typeface="黑体" pitchFamily="49" charset="-122"/>
                <a:cs typeface="Arial" pitchFamily="34" charset="0"/>
              </a:rPr>
              <a:t> </a:t>
            </a:r>
            <a:endParaRPr lang="zh-CN" altLang="en-US" sz="2000" dirty="0">
              <a:latin typeface="Arial" pitchFamily="34" charset="0"/>
              <a:ea typeface="黑体" pitchFamily="49" charset="-122"/>
              <a:cs typeface="Arial" pitchFamily="34" charset="0"/>
            </a:endParaRPr>
          </a:p>
          <a:p>
            <a:pPr marL="574700" lvl="1" indent="-117500" algn="l" defTabSz="814365">
              <a:lnSpc>
                <a:spcPct val="100000"/>
              </a:lnSpc>
              <a:spcBef>
                <a:spcPct val="35000"/>
              </a:spcBef>
              <a:spcAft>
                <a:spcPct val="0"/>
              </a:spcAft>
              <a:buNone/>
            </a:pPr>
            <a:r>
              <a:rPr lang="en-US" altLang="zh-CN" sz="1600" b="0" i="0" dirty="0">
                <a:solidFill>
                  <a:srgbClr val="000000"/>
                </a:solidFill>
                <a:latin typeface="Arial" pitchFamily="34" charset="0"/>
                <a:ea typeface="黑体" pitchFamily="49" charset="-122"/>
                <a:cs typeface="Arial" pitchFamily="34" charset="0"/>
              </a:rPr>
              <a:t>Switch#</a:t>
            </a:r>
            <a:r>
              <a:rPr lang="zh-CN" altLang="en-US" sz="1600" b="0" i="0" dirty="0">
                <a:solidFill>
                  <a:srgbClr val="000000"/>
                </a:solidFill>
                <a:latin typeface="Arial" pitchFamily="34" charset="0"/>
                <a:ea typeface="黑体" pitchFamily="49" charset="-122"/>
                <a:cs typeface="Arial" pitchFamily="34" charset="0"/>
              </a:rPr>
              <a:t> </a:t>
            </a:r>
            <a:r>
              <a:rPr lang="en-US" altLang="zh-CN" sz="1600" b="1" i="0" dirty="0">
                <a:solidFill>
                  <a:srgbClr val="000000"/>
                </a:solidFill>
                <a:latin typeface="Arial" pitchFamily="34" charset="0"/>
                <a:ea typeface="黑体" pitchFamily="49" charset="-122"/>
                <a:cs typeface="Arial" pitchFamily="34" charset="0"/>
              </a:rPr>
              <a:t>delete vlan.dat</a:t>
            </a:r>
            <a:r>
              <a:rPr lang="zh-CN" altLang="en-US" sz="1600" b="0" i="0" dirty="0">
                <a:solidFill>
                  <a:srgbClr val="000000"/>
                </a:solidFill>
                <a:latin typeface="Arial" pitchFamily="34" charset="0"/>
                <a:ea typeface="黑体" pitchFamily="49" charset="-122"/>
                <a:cs typeface="Arial" pitchFamily="34" charset="0"/>
              </a:rPr>
              <a:t> </a:t>
            </a:r>
          </a:p>
          <a:p>
            <a:pPr marL="574700" lvl="1" indent="-117500" algn="l" defTabSz="814365">
              <a:lnSpc>
                <a:spcPct val="100000"/>
              </a:lnSpc>
              <a:spcBef>
                <a:spcPct val="35000"/>
              </a:spcBef>
              <a:spcAft>
                <a:spcPct val="0"/>
              </a:spcAft>
              <a:buNone/>
            </a:pPr>
            <a:r>
              <a:rPr lang="en-US" altLang="zh-CN" sz="1600" b="0" i="0" dirty="0">
                <a:solidFill>
                  <a:srgbClr val="000000"/>
                </a:solidFill>
                <a:latin typeface="Arial" pitchFamily="34" charset="0"/>
                <a:ea typeface="黑体" pitchFamily="49" charset="-122"/>
                <a:cs typeface="Arial" pitchFamily="34" charset="0"/>
              </a:rPr>
              <a:t>Delete filename [vlan.dat]?</a:t>
            </a:r>
          </a:p>
          <a:p>
            <a:pPr marL="465155" lvl="1" indent="-7955" algn="l" defTabSz="814365">
              <a:lnSpc>
                <a:spcPct val="100000"/>
              </a:lnSpc>
              <a:spcBef>
                <a:spcPct val="35000"/>
              </a:spcBef>
              <a:spcAft>
                <a:spcPct val="0"/>
              </a:spcAft>
              <a:buNone/>
            </a:pPr>
            <a:r>
              <a:rPr lang="en-US" altLang="zh-CN" sz="1600" b="0" i="0" dirty="0">
                <a:solidFill>
                  <a:srgbClr val="000000"/>
                </a:solidFill>
                <a:latin typeface="Arial" pitchFamily="34" charset="0"/>
                <a:ea typeface="黑体" pitchFamily="49" charset="-122"/>
                <a:cs typeface="Arial" pitchFamily="34" charset="0"/>
              </a:rPr>
              <a:t>Delete </a:t>
            </a:r>
            <a:r>
              <a:rPr lang="en-US" altLang="zh-CN" sz="1600" b="0" i="0" dirty="0" err="1">
                <a:solidFill>
                  <a:srgbClr val="000000"/>
                </a:solidFill>
                <a:latin typeface="Arial" pitchFamily="34" charset="0"/>
                <a:ea typeface="黑体" pitchFamily="49" charset="-122"/>
                <a:cs typeface="Arial" pitchFamily="34" charset="0"/>
              </a:rPr>
              <a:t>flash:vlan.dat</a:t>
            </a:r>
            <a:r>
              <a:rPr lang="en-US" altLang="zh-CN" sz="1600" b="0" i="0" dirty="0">
                <a:solidFill>
                  <a:srgbClr val="000000"/>
                </a:solidFill>
                <a:latin typeface="Arial" pitchFamily="34" charset="0"/>
                <a:ea typeface="黑体" pitchFamily="49" charset="-122"/>
                <a:cs typeface="Arial" pitchFamily="34" charset="0"/>
              </a:rPr>
              <a:t>? [confirm]</a:t>
            </a:r>
            <a:endParaRPr lang="zh-CN" altLang="en-US" sz="1600" b="0" i="0" dirty="0">
              <a:solidFill>
                <a:srgbClr val="000000"/>
              </a:solidFill>
              <a:latin typeface="Arial" pitchFamily="34" charset="0"/>
              <a:ea typeface="黑体" pitchFamily="49" charset="-122"/>
              <a:cs typeface="Arial" pitchFamily="34" charset="0"/>
            </a:endParaRPr>
          </a:p>
          <a:p>
            <a:pPr marL="381030" indent="-381030" algn="l" defTabSz="814365">
              <a:lnSpc>
                <a:spcPct val="100000"/>
              </a:lnSpc>
              <a:spcBef>
                <a:spcPct val="50000"/>
              </a:spcBef>
              <a:spcAft>
                <a:spcPct val="0"/>
              </a:spcAft>
              <a:buNone/>
            </a:pPr>
            <a:endParaRPr lang="zh-CN" altLang="en-US" sz="2000" dirty="0">
              <a:latin typeface="Arial" pitchFamily="34" charset="0"/>
              <a:ea typeface="黑体" pitchFamily="49" charset="-122"/>
              <a:cs typeface="Arial" pitchFamily="34" charset="0"/>
            </a:endParaRPr>
          </a:p>
        </p:txBody>
      </p:sp>
      <p:pic>
        <p:nvPicPr>
          <p:cNvPr id="40964" name="Picture 5"/>
          <p:cNvPicPr>
            <a:picLocks noChangeAspect="1" noChangeArrowheads="1"/>
          </p:cNvPicPr>
          <p:nvPr/>
        </p:nvPicPr>
        <p:blipFill>
          <a:blip r:embed="rId3"/>
          <a:stretch>
            <a:fillRect/>
          </a:stretch>
        </p:blipFill>
        <p:spPr bwMode="auto">
          <a:xfrm>
            <a:off x="276225" y="1484974"/>
            <a:ext cx="5210175" cy="44722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Tree>
  </p:cSld>
  <p:clrMapOvr>
    <a:masterClrMapping/>
  </p:clrMapOvr>
  <p:transition spd="med">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a:xfrm>
            <a:off x="288925" y="522288"/>
            <a:ext cx="8145463" cy="838200"/>
          </a:xfrm>
        </p:spPr>
        <p:txBody>
          <a:bodyPr/>
          <a:lstStyle/>
          <a:p>
            <a:pPr defTabSz="812800"/>
            <a:r>
              <a:rPr lang="zh-CN" altLang="en-US" sz="1800">
                <a:ea typeface="黑体" pitchFamily="2" charset="-122"/>
              </a:rPr>
              <a:t>基本交换机配置</a:t>
            </a:r>
            <a:br>
              <a:rPr lang="zh-CN" altLang="en-US" sz="1800">
                <a:ea typeface="黑体" pitchFamily="2" charset="-122"/>
              </a:rPr>
            </a:br>
            <a:r>
              <a:rPr lang="zh-CN" altLang="en-US">
                <a:ea typeface="黑体" pitchFamily="2" charset="-122"/>
              </a:rPr>
              <a:t>准备基本交换机管理</a:t>
            </a:r>
          </a:p>
        </p:txBody>
      </p:sp>
      <p:sp>
        <p:nvSpPr>
          <p:cNvPr id="45058" name="Content Placeholder 1"/>
          <p:cNvSpPr>
            <a:spLocks noGrp="1"/>
          </p:cNvSpPr>
          <p:nvPr>
            <p:ph idx="1"/>
          </p:nvPr>
        </p:nvSpPr>
        <p:spPr>
          <a:xfrm>
            <a:off x="655638" y="1419225"/>
            <a:ext cx="7940675" cy="5111750"/>
          </a:xfrm>
        </p:spPr>
        <p:txBody>
          <a:bodyPr/>
          <a:lstStyle/>
          <a:p>
            <a:pPr defTabSz="812800"/>
            <a:r>
              <a:rPr lang="zh-CN" altLang="fr-BE">
                <a:solidFill>
                  <a:srgbClr val="000000"/>
                </a:solidFill>
                <a:ea typeface="黑体" pitchFamily="2" charset="-122"/>
              </a:rPr>
              <a:t>要远程管理思科交换机，需要将其配置为访问网络</a:t>
            </a:r>
          </a:p>
          <a:p>
            <a:pPr defTabSz="812800"/>
            <a:r>
              <a:rPr lang="zh-CN" altLang="fr-BE">
                <a:solidFill>
                  <a:srgbClr val="000000"/>
                </a:solidFill>
                <a:ea typeface="黑体" pitchFamily="2" charset="-122"/>
              </a:rPr>
              <a:t>必须配置 </a:t>
            </a:r>
            <a:r>
              <a:rPr lang="fr-BE" altLang="zh-CN">
                <a:solidFill>
                  <a:srgbClr val="000000"/>
                </a:solidFill>
                <a:ea typeface="黑体" pitchFamily="2" charset="-122"/>
              </a:rPr>
              <a:t>IP </a:t>
            </a:r>
            <a:r>
              <a:rPr lang="zh-CN" altLang="fr-BE">
                <a:solidFill>
                  <a:srgbClr val="000000"/>
                </a:solidFill>
                <a:ea typeface="黑体" pitchFamily="2" charset="-122"/>
              </a:rPr>
              <a:t>地址和子网掩码</a:t>
            </a:r>
          </a:p>
          <a:p>
            <a:pPr defTabSz="812800"/>
            <a:r>
              <a:rPr lang="zh-CN" altLang="fr-BE">
                <a:solidFill>
                  <a:srgbClr val="000000"/>
                </a:solidFill>
                <a:ea typeface="黑体" pitchFamily="2" charset="-122"/>
              </a:rPr>
              <a:t>如果从远程网络管理交换机，还必须配置默认网关</a:t>
            </a:r>
          </a:p>
          <a:p>
            <a:pPr defTabSz="812800"/>
            <a:r>
              <a:rPr lang="zh-CN" altLang="fr-BE">
                <a:solidFill>
                  <a:srgbClr val="000000"/>
                </a:solidFill>
                <a:ea typeface="黑体" pitchFamily="2" charset="-122"/>
              </a:rPr>
              <a:t>要将 </a:t>
            </a:r>
            <a:r>
              <a:rPr lang="fr-BE" altLang="zh-CN">
                <a:solidFill>
                  <a:srgbClr val="000000"/>
                </a:solidFill>
                <a:ea typeface="黑体" pitchFamily="2" charset="-122"/>
              </a:rPr>
              <a:t>IP </a:t>
            </a:r>
            <a:r>
              <a:rPr lang="zh-CN" altLang="fr-BE">
                <a:solidFill>
                  <a:srgbClr val="000000"/>
                </a:solidFill>
                <a:ea typeface="黑体" pitchFamily="2" charset="-122"/>
              </a:rPr>
              <a:t>信息（地址、子网掩码、网关）分配给交换机 </a:t>
            </a:r>
            <a:r>
              <a:rPr lang="fr-BE" altLang="zh-CN">
                <a:solidFill>
                  <a:srgbClr val="000000"/>
                </a:solidFill>
                <a:ea typeface="黑体" pitchFamily="2" charset="-122"/>
              </a:rPr>
              <a:t>SVI</a:t>
            </a:r>
            <a:r>
              <a:rPr lang="zh-CN" altLang="fr-BE">
                <a:solidFill>
                  <a:srgbClr val="000000"/>
                </a:solidFill>
                <a:ea typeface="黑体" pitchFamily="2" charset="-122"/>
              </a:rPr>
              <a:t>（交换机虚拟接口）</a:t>
            </a:r>
          </a:p>
          <a:p>
            <a:pPr defTabSz="812800"/>
            <a:r>
              <a:rPr lang="zh-CN" altLang="fr-BE">
                <a:solidFill>
                  <a:srgbClr val="000000"/>
                </a:solidFill>
                <a:ea typeface="黑体" pitchFamily="2" charset="-122"/>
              </a:rPr>
              <a:t>虽然这些 </a:t>
            </a:r>
            <a:r>
              <a:rPr lang="fr-BE" altLang="zh-CN">
                <a:solidFill>
                  <a:srgbClr val="000000"/>
                </a:solidFill>
                <a:ea typeface="黑体" pitchFamily="2" charset="-122"/>
              </a:rPr>
              <a:t>IP </a:t>
            </a:r>
            <a:r>
              <a:rPr lang="zh-CN" altLang="fr-BE">
                <a:solidFill>
                  <a:srgbClr val="000000"/>
                </a:solidFill>
                <a:ea typeface="黑体" pitchFamily="2" charset="-122"/>
              </a:rPr>
              <a:t>设置允许远程管理和远程访问交换机，但是它们不允许交换机路由第 </a:t>
            </a:r>
            <a:r>
              <a:rPr lang="fr-BE" altLang="zh-CN">
                <a:solidFill>
                  <a:srgbClr val="000000"/>
                </a:solidFill>
                <a:ea typeface="黑体" pitchFamily="2" charset="-122"/>
              </a:rPr>
              <a:t>3 </a:t>
            </a:r>
            <a:r>
              <a:rPr lang="zh-CN" altLang="fr-BE">
                <a:solidFill>
                  <a:srgbClr val="000000"/>
                </a:solidFill>
                <a:ea typeface="黑体" pitchFamily="2" charset="-122"/>
              </a:rPr>
              <a:t>层数据包。</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a:xfrm>
            <a:off x="288925" y="522288"/>
            <a:ext cx="8145463" cy="838200"/>
          </a:xfrm>
        </p:spPr>
        <p:txBody>
          <a:bodyPr/>
          <a:lstStyle/>
          <a:p>
            <a:pPr defTabSz="812800"/>
            <a:r>
              <a:rPr lang="zh-CN" altLang="en-US" sz="1800">
                <a:ea typeface="黑体" pitchFamily="2" charset="-122"/>
              </a:rPr>
              <a:t>基本交换机配置</a:t>
            </a:r>
            <a:br>
              <a:rPr lang="zh-CN" altLang="en-US" sz="1800">
                <a:ea typeface="黑体" pitchFamily="2" charset="-122"/>
              </a:rPr>
            </a:br>
            <a:r>
              <a:rPr lang="zh-CN" altLang="en-US">
                <a:ea typeface="黑体" pitchFamily="2" charset="-122"/>
              </a:rPr>
              <a:t>准备基本交换机管理</a:t>
            </a:r>
          </a:p>
        </p:txBody>
      </p:sp>
      <p:pic>
        <p:nvPicPr>
          <p:cNvPr id="47106" name="Content Placeholder 2"/>
          <p:cNvPicPr>
            <a:picLocks noGrp="1" noChangeAspect="1"/>
          </p:cNvPicPr>
          <p:nvPr>
            <p:ph idx="1"/>
          </p:nvPr>
        </p:nvPicPr>
        <p:blipFill>
          <a:blip r:embed="rId3"/>
          <a:srcRect/>
          <a:stretch>
            <a:fillRect/>
          </a:stretch>
        </p:blipFill>
        <p:spPr>
          <a:xfrm>
            <a:off x="2073275" y="4306888"/>
            <a:ext cx="6710363" cy="1911350"/>
          </a:xfrm>
        </p:spPr>
      </p:pic>
      <p:pic>
        <p:nvPicPr>
          <p:cNvPr id="47107" name="Picture 3"/>
          <p:cNvPicPr>
            <a:picLocks noChangeAspect="1"/>
          </p:cNvPicPr>
          <p:nvPr/>
        </p:nvPicPr>
        <p:blipFill>
          <a:blip r:embed="rId4"/>
          <a:srcRect/>
          <a:stretch>
            <a:fillRect/>
          </a:stretch>
        </p:blipFill>
        <p:spPr bwMode="auto">
          <a:xfrm>
            <a:off x="365125" y="1484313"/>
            <a:ext cx="6835775" cy="26781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a:xfrm>
            <a:off x="288925" y="522288"/>
            <a:ext cx="8145463" cy="838200"/>
          </a:xfrm>
        </p:spPr>
        <p:txBody>
          <a:bodyPr/>
          <a:lstStyle/>
          <a:p>
            <a:pPr defTabSz="812800"/>
            <a:r>
              <a:rPr lang="zh-CN" altLang="en-US" sz="1800">
                <a:ea typeface="黑体" pitchFamily="2" charset="-122"/>
              </a:rPr>
              <a:t>配置交换机端口</a:t>
            </a:r>
            <a:br>
              <a:rPr lang="zh-CN" altLang="en-US" sz="1800">
                <a:ea typeface="黑体" pitchFamily="2" charset="-122"/>
              </a:rPr>
            </a:br>
            <a:r>
              <a:rPr lang="zh-CN" altLang="en-US">
                <a:ea typeface="黑体" pitchFamily="2" charset="-122"/>
              </a:rPr>
              <a:t>检验交换机端口配置</a:t>
            </a:r>
          </a:p>
        </p:txBody>
      </p:sp>
      <p:pic>
        <p:nvPicPr>
          <p:cNvPr id="59394" name="Content Placeholder 2"/>
          <p:cNvPicPr>
            <a:picLocks noGrp="1" noChangeAspect="1"/>
          </p:cNvPicPr>
          <p:nvPr>
            <p:ph idx="1"/>
          </p:nvPr>
        </p:nvPicPr>
        <p:blipFill>
          <a:blip r:embed="rId3"/>
          <a:srcRect/>
          <a:stretch>
            <a:fillRect/>
          </a:stretch>
        </p:blipFill>
        <p:spPr>
          <a:xfrm>
            <a:off x="44450" y="1403350"/>
            <a:ext cx="8874125" cy="4883150"/>
          </a:xfr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1" name="Content Placeholder 2"/>
          <p:cNvPicPr>
            <a:picLocks noGrp="1" noChangeAspect="1"/>
          </p:cNvPicPr>
          <p:nvPr>
            <p:ph idx="1"/>
          </p:nvPr>
        </p:nvPicPr>
        <p:blipFill>
          <a:blip r:embed="rId3"/>
          <a:srcRect/>
          <a:stretch>
            <a:fillRect/>
          </a:stretch>
        </p:blipFill>
        <p:spPr>
          <a:xfrm>
            <a:off x="1243013" y="1481138"/>
            <a:ext cx="6477000" cy="4872037"/>
          </a:xfrm>
        </p:spPr>
      </p:pic>
      <p:sp>
        <p:nvSpPr>
          <p:cNvPr id="61442" name="Rectangle 2"/>
          <p:cNvSpPr>
            <a:spLocks noGrp="1" noChangeArrowheads="1"/>
          </p:cNvSpPr>
          <p:nvPr>
            <p:ph type="title"/>
          </p:nvPr>
        </p:nvSpPr>
        <p:spPr>
          <a:xfrm>
            <a:off x="288925" y="522288"/>
            <a:ext cx="8145463" cy="838200"/>
          </a:xfrm>
        </p:spPr>
        <p:txBody>
          <a:bodyPr/>
          <a:lstStyle/>
          <a:p>
            <a:pPr defTabSz="812800"/>
            <a:r>
              <a:rPr lang="zh-CN" altLang="en-US" sz="1800">
                <a:ea typeface="黑体" pitchFamily="2" charset="-122"/>
              </a:rPr>
              <a:t>配置交换机端口</a:t>
            </a:r>
            <a:br>
              <a:rPr lang="zh-CN" altLang="en-US" sz="1800">
                <a:ea typeface="黑体" pitchFamily="2" charset="-122"/>
              </a:rPr>
            </a:br>
            <a:r>
              <a:rPr lang="zh-CN" altLang="en-US">
                <a:ea typeface="黑体" pitchFamily="2" charset="-122"/>
              </a:rPr>
              <a:t>网络接入层问题</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89" name="Content Placeholder 2"/>
          <p:cNvPicPr>
            <a:picLocks noGrp="1" noChangeAspect="1"/>
          </p:cNvPicPr>
          <p:nvPr>
            <p:ph idx="1"/>
          </p:nvPr>
        </p:nvPicPr>
        <p:blipFill>
          <a:blip r:embed="rId3"/>
          <a:srcRect/>
          <a:stretch>
            <a:fillRect/>
          </a:stretch>
        </p:blipFill>
        <p:spPr>
          <a:xfrm>
            <a:off x="668338" y="1720850"/>
            <a:ext cx="7626350" cy="3505200"/>
          </a:xfrm>
        </p:spPr>
      </p:pic>
      <p:sp>
        <p:nvSpPr>
          <p:cNvPr id="63490" name="Rectangle 2"/>
          <p:cNvSpPr>
            <a:spLocks noGrp="1" noChangeArrowheads="1"/>
          </p:cNvSpPr>
          <p:nvPr>
            <p:ph type="title"/>
          </p:nvPr>
        </p:nvSpPr>
        <p:spPr>
          <a:xfrm>
            <a:off x="288925" y="522288"/>
            <a:ext cx="8145463" cy="838200"/>
          </a:xfrm>
        </p:spPr>
        <p:txBody>
          <a:bodyPr/>
          <a:lstStyle/>
          <a:p>
            <a:pPr defTabSz="812800"/>
            <a:r>
              <a:rPr lang="zh-CN" altLang="en-US" sz="1800">
                <a:ea typeface="黑体" pitchFamily="2" charset="-122"/>
              </a:rPr>
              <a:t>配置交换机端口</a:t>
            </a:r>
            <a:br>
              <a:rPr lang="zh-CN" altLang="en-US" sz="1800">
                <a:ea typeface="黑体" pitchFamily="2" charset="-122"/>
              </a:rPr>
            </a:br>
            <a:r>
              <a:rPr lang="zh-CN" altLang="en-US">
                <a:ea typeface="黑体" pitchFamily="2" charset="-122"/>
              </a:rPr>
              <a:t>网络接入层问题</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p:nvPr>
        </p:nvSpPr>
        <p:spPr>
          <a:xfrm>
            <a:off x="288925" y="522288"/>
            <a:ext cx="8145463" cy="838200"/>
          </a:xfrm>
        </p:spPr>
        <p:txBody>
          <a:bodyPr/>
          <a:lstStyle/>
          <a:p>
            <a:pPr defTabSz="812800" eaLnBrk="1" hangingPunct="1"/>
            <a:r>
              <a:rPr lang="zh-CN" altLang="en-US" sz="1800">
                <a:ea typeface="黑体" pitchFamily="2" charset="-122"/>
              </a:rPr>
              <a:t>安全远程访问</a:t>
            </a:r>
            <a:br>
              <a:rPr lang="zh-CN" altLang="en-US" sz="1800">
                <a:ea typeface="黑体" pitchFamily="2" charset="-122"/>
              </a:rPr>
            </a:br>
            <a:r>
              <a:rPr lang="en-US" altLang="zh-CN">
                <a:ea typeface="黑体" pitchFamily="2" charset="-122"/>
              </a:rPr>
              <a:t>SSH </a:t>
            </a:r>
            <a:r>
              <a:rPr lang="zh-CN" altLang="en-US">
                <a:ea typeface="黑体" pitchFamily="2" charset="-122"/>
              </a:rPr>
              <a:t>工作原理</a:t>
            </a:r>
          </a:p>
        </p:txBody>
      </p:sp>
      <p:sp>
        <p:nvSpPr>
          <p:cNvPr id="69634" name="Content Placeholder 1"/>
          <p:cNvSpPr>
            <a:spLocks noGrp="1"/>
          </p:cNvSpPr>
          <p:nvPr>
            <p:ph idx="1"/>
          </p:nvPr>
        </p:nvSpPr>
        <p:spPr>
          <a:xfrm>
            <a:off x="511175" y="1404938"/>
            <a:ext cx="7940675" cy="4879975"/>
          </a:xfrm>
        </p:spPr>
        <p:txBody>
          <a:bodyPr/>
          <a:lstStyle/>
          <a:p>
            <a:pPr defTabSz="812800" eaLnBrk="1" hangingPunct="1"/>
            <a:r>
              <a:rPr lang="zh-CN" altLang="fr-BE">
                <a:solidFill>
                  <a:srgbClr val="000000"/>
                </a:solidFill>
                <a:ea typeface="黑体" pitchFamily="2" charset="-122"/>
              </a:rPr>
              <a:t>安全外壳 </a:t>
            </a:r>
            <a:r>
              <a:rPr lang="fr-BE" altLang="zh-CN">
                <a:solidFill>
                  <a:srgbClr val="000000"/>
                </a:solidFill>
                <a:ea typeface="黑体" pitchFamily="2" charset="-122"/>
              </a:rPr>
              <a:t>(SSH) </a:t>
            </a:r>
            <a:r>
              <a:rPr lang="zh-CN" altLang="fr-BE">
                <a:solidFill>
                  <a:srgbClr val="000000"/>
                </a:solidFill>
                <a:ea typeface="黑体" pitchFamily="2" charset="-122"/>
              </a:rPr>
              <a:t>是一种为远程设备提供基于安全（加密）命令行的连接的协议</a:t>
            </a:r>
          </a:p>
          <a:p>
            <a:pPr defTabSz="812800" eaLnBrk="1" hangingPunct="1"/>
            <a:r>
              <a:rPr lang="fr-BE" altLang="zh-CN">
                <a:solidFill>
                  <a:srgbClr val="000000"/>
                </a:solidFill>
                <a:ea typeface="黑体" pitchFamily="2" charset="-122"/>
              </a:rPr>
              <a:t>SSH </a:t>
            </a:r>
            <a:r>
              <a:rPr lang="zh-CN" altLang="fr-BE">
                <a:solidFill>
                  <a:srgbClr val="000000"/>
                </a:solidFill>
                <a:ea typeface="黑体" pitchFamily="2" charset="-122"/>
              </a:rPr>
              <a:t>通常用于 </a:t>
            </a:r>
            <a:r>
              <a:rPr lang="fr-BE" altLang="zh-CN">
                <a:solidFill>
                  <a:srgbClr val="000000"/>
                </a:solidFill>
                <a:ea typeface="黑体" pitchFamily="2" charset="-122"/>
              </a:rPr>
              <a:t>UNIX </a:t>
            </a:r>
            <a:r>
              <a:rPr lang="zh-CN" altLang="fr-BE">
                <a:solidFill>
                  <a:srgbClr val="000000"/>
                </a:solidFill>
                <a:ea typeface="黑体" pitchFamily="2" charset="-122"/>
              </a:rPr>
              <a:t>系统</a:t>
            </a:r>
          </a:p>
          <a:p>
            <a:pPr defTabSz="812800" eaLnBrk="1" hangingPunct="1"/>
            <a:r>
              <a:rPr lang="fr-BE" altLang="zh-CN">
                <a:solidFill>
                  <a:srgbClr val="000000"/>
                </a:solidFill>
                <a:ea typeface="黑体" pitchFamily="2" charset="-122"/>
              </a:rPr>
              <a:t>Cisco IOS </a:t>
            </a:r>
            <a:r>
              <a:rPr lang="zh-CN" altLang="fr-BE">
                <a:solidFill>
                  <a:srgbClr val="000000"/>
                </a:solidFill>
                <a:ea typeface="黑体" pitchFamily="2" charset="-122"/>
              </a:rPr>
              <a:t>还支持 </a:t>
            </a:r>
            <a:r>
              <a:rPr lang="fr-BE" altLang="zh-CN">
                <a:solidFill>
                  <a:srgbClr val="000000"/>
                </a:solidFill>
                <a:ea typeface="黑体" pitchFamily="2" charset="-122"/>
              </a:rPr>
              <a:t>SSH</a:t>
            </a:r>
            <a:endParaRPr lang="zh-CN" altLang="en-US">
              <a:ea typeface="黑体" pitchFamily="2" charset="-122"/>
            </a:endParaRPr>
          </a:p>
          <a:p>
            <a:pPr defTabSz="812800" eaLnBrk="1" hangingPunct="1"/>
            <a:r>
              <a:rPr lang="zh-CN" altLang="fr-BE">
                <a:solidFill>
                  <a:srgbClr val="000000"/>
                </a:solidFill>
                <a:ea typeface="黑体" pitchFamily="2" charset="-122"/>
              </a:rPr>
              <a:t>为了启用 </a:t>
            </a:r>
            <a:r>
              <a:rPr lang="fr-BE" altLang="zh-CN">
                <a:solidFill>
                  <a:srgbClr val="000000"/>
                </a:solidFill>
                <a:ea typeface="黑体" pitchFamily="2" charset="-122"/>
              </a:rPr>
              <a:t>Catalyst 2960 </a:t>
            </a:r>
            <a:r>
              <a:rPr lang="zh-CN" altLang="fr-BE">
                <a:solidFill>
                  <a:srgbClr val="000000"/>
                </a:solidFill>
                <a:ea typeface="黑体" pitchFamily="2" charset="-122"/>
              </a:rPr>
              <a:t>交换机上的 </a:t>
            </a:r>
            <a:r>
              <a:rPr lang="fr-BE" altLang="zh-CN">
                <a:solidFill>
                  <a:srgbClr val="000000"/>
                </a:solidFill>
                <a:ea typeface="黑体" pitchFamily="2" charset="-122"/>
              </a:rPr>
              <a:t>SSH</a:t>
            </a:r>
            <a:r>
              <a:rPr lang="zh-CN" altLang="fr-BE">
                <a:solidFill>
                  <a:srgbClr val="000000"/>
                </a:solidFill>
                <a:ea typeface="黑体" pitchFamily="2" charset="-122"/>
              </a:rPr>
              <a:t>，需要包括加密功能和能力的 </a:t>
            </a:r>
            <a:r>
              <a:rPr lang="fr-BE" altLang="zh-CN">
                <a:solidFill>
                  <a:srgbClr val="000000"/>
                </a:solidFill>
                <a:ea typeface="黑体" pitchFamily="2" charset="-122"/>
              </a:rPr>
              <a:t>IOS </a:t>
            </a:r>
            <a:r>
              <a:rPr lang="zh-CN" altLang="fr-BE">
                <a:solidFill>
                  <a:srgbClr val="000000"/>
                </a:solidFill>
                <a:ea typeface="黑体" pitchFamily="2" charset="-122"/>
              </a:rPr>
              <a:t>软件版本</a:t>
            </a:r>
          </a:p>
          <a:p>
            <a:pPr defTabSz="812800" eaLnBrk="1" hangingPunct="1"/>
            <a:r>
              <a:rPr lang="zh-CN" altLang="fr-BE">
                <a:solidFill>
                  <a:srgbClr val="000000"/>
                </a:solidFill>
                <a:ea typeface="黑体" pitchFamily="2" charset="-122"/>
              </a:rPr>
              <a:t>由于其强大的加密功能，</a:t>
            </a:r>
            <a:r>
              <a:rPr lang="fr-BE" altLang="zh-CN">
                <a:solidFill>
                  <a:srgbClr val="000000"/>
                </a:solidFill>
                <a:ea typeface="黑体" pitchFamily="2" charset="-122"/>
              </a:rPr>
              <a:t>SSH </a:t>
            </a:r>
            <a:r>
              <a:rPr lang="zh-CN" altLang="fr-BE">
                <a:solidFill>
                  <a:srgbClr val="000000"/>
                </a:solidFill>
                <a:ea typeface="黑体" pitchFamily="2" charset="-122"/>
              </a:rPr>
              <a:t>应该取代用于管理连接的 </a:t>
            </a:r>
            <a:r>
              <a:rPr lang="fr-BE" altLang="zh-CN">
                <a:solidFill>
                  <a:srgbClr val="000000"/>
                </a:solidFill>
                <a:ea typeface="黑体" pitchFamily="2" charset="-122"/>
              </a:rPr>
              <a:t>Telnet</a:t>
            </a:r>
            <a:endParaRPr lang="zh-CN" altLang="fr-BE">
              <a:solidFill>
                <a:srgbClr val="000000"/>
              </a:solidFill>
              <a:ea typeface="黑体" pitchFamily="2" charset="-122"/>
            </a:endParaRPr>
          </a:p>
          <a:p>
            <a:pPr defTabSz="812800" eaLnBrk="1" hangingPunct="1"/>
            <a:r>
              <a:rPr lang="zh-CN" altLang="fr-BE">
                <a:solidFill>
                  <a:srgbClr val="000000"/>
                </a:solidFill>
                <a:ea typeface="黑体" pitchFamily="2" charset="-122"/>
              </a:rPr>
              <a:t>默认情况下，</a:t>
            </a:r>
            <a:r>
              <a:rPr lang="fr-BE" altLang="zh-CN">
                <a:solidFill>
                  <a:srgbClr val="000000"/>
                </a:solidFill>
                <a:ea typeface="黑体" pitchFamily="2" charset="-122"/>
              </a:rPr>
              <a:t>SSH </a:t>
            </a:r>
            <a:r>
              <a:rPr lang="zh-CN" altLang="fr-BE">
                <a:solidFill>
                  <a:srgbClr val="000000"/>
                </a:solidFill>
                <a:ea typeface="黑体" pitchFamily="2" charset="-122"/>
              </a:rPr>
              <a:t>使用 </a:t>
            </a:r>
            <a:r>
              <a:rPr lang="fr-BE" altLang="zh-CN">
                <a:solidFill>
                  <a:srgbClr val="000000"/>
                </a:solidFill>
                <a:ea typeface="黑体" pitchFamily="2" charset="-122"/>
              </a:rPr>
              <a:t>TCP </a:t>
            </a:r>
            <a:r>
              <a:rPr lang="zh-CN" altLang="fr-BE">
                <a:solidFill>
                  <a:srgbClr val="000000"/>
                </a:solidFill>
                <a:ea typeface="黑体" pitchFamily="2" charset="-122"/>
              </a:rPr>
              <a:t>端口 </a:t>
            </a:r>
            <a:r>
              <a:rPr lang="fr-BE" altLang="zh-CN">
                <a:solidFill>
                  <a:srgbClr val="000000"/>
                </a:solidFill>
                <a:ea typeface="黑体" pitchFamily="2" charset="-122"/>
              </a:rPr>
              <a:t>22</a:t>
            </a:r>
            <a:r>
              <a:rPr lang="zh-CN" altLang="fr-BE">
                <a:solidFill>
                  <a:srgbClr val="000000"/>
                </a:solidFill>
                <a:ea typeface="黑体" pitchFamily="2" charset="-122"/>
              </a:rPr>
              <a:t>。</a:t>
            </a:r>
            <a:r>
              <a:rPr lang="fr-BE" altLang="zh-CN">
                <a:solidFill>
                  <a:srgbClr val="000000"/>
                </a:solidFill>
                <a:ea typeface="黑体" pitchFamily="2" charset="-122"/>
              </a:rPr>
              <a:t>Telnet </a:t>
            </a:r>
            <a:r>
              <a:rPr lang="zh-CN" altLang="fr-BE">
                <a:solidFill>
                  <a:srgbClr val="000000"/>
                </a:solidFill>
                <a:ea typeface="黑体" pitchFamily="2" charset="-122"/>
              </a:rPr>
              <a:t>使用 </a:t>
            </a:r>
            <a:r>
              <a:rPr lang="fr-BE" altLang="zh-CN">
                <a:solidFill>
                  <a:srgbClr val="000000"/>
                </a:solidFill>
                <a:ea typeface="黑体" pitchFamily="2" charset="-122"/>
              </a:rPr>
              <a:t>TCP </a:t>
            </a:r>
            <a:r>
              <a:rPr lang="zh-CN" altLang="fr-BE">
                <a:solidFill>
                  <a:srgbClr val="000000"/>
                </a:solidFill>
                <a:ea typeface="黑体" pitchFamily="2" charset="-122"/>
              </a:rPr>
              <a:t>端口 </a:t>
            </a:r>
            <a:r>
              <a:rPr lang="fr-BE" altLang="zh-CN">
                <a:solidFill>
                  <a:srgbClr val="000000"/>
                </a:solidFill>
                <a:ea typeface="黑体" pitchFamily="2" charset="-122"/>
              </a:rPr>
              <a:t>23</a:t>
            </a:r>
            <a:endParaRPr lang="zh-CN" altLang="fr-BE">
              <a:solidFill>
                <a:srgbClr val="000000"/>
              </a:solidFill>
              <a:ea typeface="黑体" pitchFamily="2"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ChangeArrowheads="1"/>
          </p:cNvSpPr>
          <p:nvPr>
            <p:ph type="title"/>
          </p:nvPr>
        </p:nvSpPr>
        <p:spPr>
          <a:xfrm>
            <a:off x="288925" y="522288"/>
            <a:ext cx="8145463" cy="838200"/>
          </a:xfrm>
        </p:spPr>
        <p:txBody>
          <a:bodyPr/>
          <a:lstStyle/>
          <a:p>
            <a:pPr defTabSz="812800"/>
            <a:r>
              <a:rPr lang="zh-CN" altLang="en-US" sz="1800">
                <a:ea typeface="黑体" pitchFamily="2" charset="-122"/>
              </a:rPr>
              <a:t>安全远程访问</a:t>
            </a:r>
            <a:br>
              <a:rPr lang="zh-CN" altLang="en-US" sz="1800">
                <a:ea typeface="黑体" pitchFamily="2" charset="-122"/>
              </a:rPr>
            </a:br>
            <a:r>
              <a:rPr lang="en-US" altLang="zh-CN">
                <a:ea typeface="黑体" pitchFamily="2" charset="-122"/>
              </a:rPr>
              <a:t>SSH </a:t>
            </a:r>
            <a:r>
              <a:rPr lang="zh-CN" altLang="en-US">
                <a:ea typeface="黑体" pitchFamily="2" charset="-122"/>
              </a:rPr>
              <a:t>工作原理</a:t>
            </a:r>
          </a:p>
        </p:txBody>
      </p:sp>
      <p:pic>
        <p:nvPicPr>
          <p:cNvPr id="71682" name="Content Placeholder 2"/>
          <p:cNvPicPr>
            <a:picLocks noGrp="1" noChangeAspect="1"/>
          </p:cNvPicPr>
          <p:nvPr>
            <p:ph idx="1"/>
          </p:nvPr>
        </p:nvPicPr>
        <p:blipFill>
          <a:blip r:embed="rId3"/>
          <a:srcRect/>
          <a:stretch>
            <a:fillRect/>
          </a:stretch>
        </p:blipFill>
        <p:spPr>
          <a:xfrm>
            <a:off x="1171575" y="1320800"/>
            <a:ext cx="6619875" cy="5367338"/>
          </a:xfr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ChangeArrowheads="1"/>
          </p:cNvSpPr>
          <p:nvPr>
            <p:ph type="title"/>
          </p:nvPr>
        </p:nvSpPr>
        <p:spPr>
          <a:xfrm>
            <a:off x="288925" y="522288"/>
            <a:ext cx="8145463" cy="838200"/>
          </a:xfrm>
        </p:spPr>
        <p:txBody>
          <a:bodyPr/>
          <a:lstStyle/>
          <a:p>
            <a:pPr defTabSz="812800"/>
            <a:r>
              <a:rPr lang="zh-CN" altLang="en-US" sz="1800">
                <a:ea typeface="黑体" pitchFamily="2" charset="-122"/>
              </a:rPr>
              <a:t>安全远程访问</a:t>
            </a:r>
            <a:br>
              <a:rPr lang="zh-CN" altLang="en-US" sz="1800">
                <a:ea typeface="黑体" pitchFamily="2" charset="-122"/>
              </a:rPr>
            </a:br>
            <a:r>
              <a:rPr lang="zh-CN" altLang="en-US">
                <a:ea typeface="黑体" pitchFamily="2" charset="-122"/>
              </a:rPr>
              <a:t>配置 </a:t>
            </a:r>
            <a:r>
              <a:rPr lang="en-US" altLang="zh-CN">
                <a:ea typeface="黑体" pitchFamily="2" charset="-122"/>
              </a:rPr>
              <a:t>SSH</a:t>
            </a:r>
            <a:endParaRPr lang="zh-CN" altLang="en-US">
              <a:ea typeface="黑体" pitchFamily="2" charset="-122"/>
            </a:endParaRPr>
          </a:p>
        </p:txBody>
      </p:sp>
      <p:sp>
        <p:nvSpPr>
          <p:cNvPr id="73730" name="Content Placeholder 1"/>
          <p:cNvSpPr>
            <a:spLocks noGrp="1"/>
          </p:cNvSpPr>
          <p:nvPr>
            <p:ph idx="1"/>
          </p:nvPr>
        </p:nvSpPr>
        <p:spPr>
          <a:xfrm>
            <a:off x="511175" y="1404938"/>
            <a:ext cx="7940675" cy="4879975"/>
          </a:xfrm>
        </p:spPr>
        <p:txBody>
          <a:bodyPr/>
          <a:lstStyle/>
          <a:p>
            <a:pPr marL="0" indent="0" defTabSz="812800">
              <a:buFont typeface="Wingdings" pitchFamily="2" charset="2"/>
              <a:buNone/>
            </a:pPr>
            <a:r>
              <a:rPr lang="fr-BE" altLang="zh-CN">
                <a:solidFill>
                  <a:srgbClr val="000000"/>
                </a:solidFill>
                <a:ea typeface="宋体" charset="-122"/>
              </a:rPr>
              <a:t> </a:t>
            </a:r>
          </a:p>
        </p:txBody>
      </p:sp>
      <p:pic>
        <p:nvPicPr>
          <p:cNvPr id="73731" name="Picture 2"/>
          <p:cNvPicPr>
            <a:picLocks noChangeAspect="1"/>
          </p:cNvPicPr>
          <p:nvPr/>
        </p:nvPicPr>
        <p:blipFill>
          <a:blip r:embed="rId3"/>
          <a:srcRect/>
          <a:stretch>
            <a:fillRect/>
          </a:stretch>
        </p:blipFill>
        <p:spPr bwMode="auto">
          <a:xfrm>
            <a:off x="1355725" y="1350963"/>
            <a:ext cx="6432550" cy="52292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ChangeArrowheads="1"/>
          </p:cNvSpPr>
          <p:nvPr>
            <p:ph type="title"/>
          </p:nvPr>
        </p:nvSpPr>
        <p:spPr>
          <a:xfrm>
            <a:off x="288925" y="522288"/>
            <a:ext cx="8145463" cy="838200"/>
          </a:xfrm>
        </p:spPr>
        <p:txBody>
          <a:bodyPr/>
          <a:lstStyle/>
          <a:p>
            <a:pPr defTabSz="812800"/>
            <a:r>
              <a:rPr lang="zh-CN" altLang="en-US" sz="1800">
                <a:ea typeface="黑体" pitchFamily="2" charset="-122"/>
              </a:rPr>
              <a:t>安全远程访问</a:t>
            </a:r>
            <a:br>
              <a:rPr lang="zh-CN" altLang="en-US" sz="1800">
                <a:ea typeface="黑体" pitchFamily="2" charset="-122"/>
              </a:rPr>
            </a:br>
            <a:r>
              <a:rPr lang="zh-CN" altLang="en-US">
                <a:ea typeface="黑体" pitchFamily="2" charset="-122"/>
              </a:rPr>
              <a:t>检验 </a:t>
            </a:r>
            <a:r>
              <a:rPr lang="en-US" altLang="zh-CN">
                <a:ea typeface="黑体" pitchFamily="2" charset="-122"/>
              </a:rPr>
              <a:t>SSH</a:t>
            </a:r>
            <a:endParaRPr lang="zh-CN" altLang="en-US">
              <a:ea typeface="黑体" pitchFamily="2" charset="-122"/>
            </a:endParaRPr>
          </a:p>
        </p:txBody>
      </p:sp>
      <p:sp>
        <p:nvSpPr>
          <p:cNvPr id="75778" name="Content Placeholder 1"/>
          <p:cNvSpPr>
            <a:spLocks noGrp="1"/>
          </p:cNvSpPr>
          <p:nvPr>
            <p:ph idx="1"/>
          </p:nvPr>
        </p:nvSpPr>
        <p:spPr>
          <a:xfrm>
            <a:off x="511175" y="1404938"/>
            <a:ext cx="7940675" cy="4879975"/>
          </a:xfrm>
        </p:spPr>
        <p:txBody>
          <a:bodyPr/>
          <a:lstStyle/>
          <a:p>
            <a:pPr marL="0" indent="0" defTabSz="812800">
              <a:buFont typeface="Wingdings" pitchFamily="2" charset="2"/>
              <a:buNone/>
            </a:pPr>
            <a:r>
              <a:rPr lang="fr-BE" altLang="zh-CN">
                <a:solidFill>
                  <a:srgbClr val="000000"/>
                </a:solidFill>
                <a:ea typeface="宋体" charset="-122"/>
              </a:rPr>
              <a:t> </a:t>
            </a:r>
          </a:p>
        </p:txBody>
      </p:sp>
      <p:pic>
        <p:nvPicPr>
          <p:cNvPr id="75779" name="Picture 2"/>
          <p:cNvPicPr>
            <a:picLocks noChangeAspect="1"/>
          </p:cNvPicPr>
          <p:nvPr/>
        </p:nvPicPr>
        <p:blipFill>
          <a:blip r:embed="rId3"/>
          <a:srcRect/>
          <a:stretch>
            <a:fillRect/>
          </a:stretch>
        </p:blipFill>
        <p:spPr bwMode="auto">
          <a:xfrm>
            <a:off x="1392238" y="1350963"/>
            <a:ext cx="6359525" cy="52292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F480937-04C8-4197-8EE1-62DFEE7023A3}"/>
              </a:ext>
            </a:extLst>
          </p:cNvPr>
          <p:cNvSpPr>
            <a:spLocks noGrp="1" noChangeArrowheads="1"/>
          </p:cNvSpPr>
          <p:nvPr>
            <p:ph type="title" idx="4294967295"/>
          </p:nvPr>
        </p:nvSpPr>
        <p:spPr>
          <a:xfrm>
            <a:off x="455613" y="393778"/>
            <a:ext cx="8145462" cy="838200"/>
          </a:xfrm>
        </p:spPr>
        <p:txBody>
          <a:bodyPr/>
          <a:lstStyle/>
          <a:p>
            <a:pPr eaLnBrk="1" hangingPunct="1"/>
            <a:r>
              <a:rPr lang="zh-CN" altLang="en-US" dirty="0">
                <a:ea typeface="宋体" panose="02010600030101010101" pitchFamily="2" charset="-122"/>
              </a:rPr>
              <a:t>访问控制列表</a:t>
            </a:r>
          </a:p>
        </p:txBody>
      </p:sp>
      <p:sp>
        <p:nvSpPr>
          <p:cNvPr id="10243" name="Rectangle 3">
            <a:extLst>
              <a:ext uri="{FF2B5EF4-FFF2-40B4-BE49-F238E27FC236}">
                <a16:creationId xmlns:a16="http://schemas.microsoft.com/office/drawing/2014/main" id="{93E3C49F-972F-4735-858D-74182B46ADF1}"/>
              </a:ext>
            </a:extLst>
          </p:cNvPr>
          <p:cNvSpPr>
            <a:spLocks noGrp="1" noChangeArrowheads="1"/>
          </p:cNvSpPr>
          <p:nvPr>
            <p:ph type="body" idx="4294967295"/>
          </p:nvPr>
        </p:nvSpPr>
        <p:spPr>
          <a:xfrm>
            <a:off x="455613" y="1447800"/>
            <a:ext cx="8459787" cy="4876800"/>
          </a:xfrm>
        </p:spPr>
        <p:txBody>
          <a:bodyPr/>
          <a:lstStyle/>
          <a:p>
            <a:r>
              <a:rPr lang="zh-CN" altLang="en-US" b="1" dirty="0">
                <a:solidFill>
                  <a:schemeClr val="accent2"/>
                </a:solidFill>
                <a:effectLst>
                  <a:outerShdw blurRad="38100" dist="38100" dir="2700000" algn="tl">
                    <a:srgbClr val="C0C0C0"/>
                  </a:outerShdw>
                </a:effectLst>
                <a:ea typeface="宋体" panose="02010600030101010101" pitchFamily="2" charset="-122"/>
              </a:rPr>
              <a:t>标准</a:t>
            </a:r>
            <a:r>
              <a:rPr lang="zh-CN" altLang="en-US" b="1" dirty="0">
                <a:effectLst>
                  <a:outerShdw blurRad="38100" dist="38100" dir="2700000" algn="tl">
                    <a:srgbClr val="C0C0C0"/>
                  </a:outerShdw>
                </a:effectLst>
                <a:ea typeface="宋体" panose="02010600030101010101" pitchFamily="2" charset="-122"/>
              </a:rPr>
              <a:t>和</a:t>
            </a:r>
            <a:r>
              <a:rPr lang="zh-CN" altLang="en-US" b="1" dirty="0">
                <a:solidFill>
                  <a:schemeClr val="accent2"/>
                </a:solidFill>
                <a:effectLst>
                  <a:outerShdw blurRad="38100" dist="38100" dir="2700000" algn="tl">
                    <a:srgbClr val="C0C0C0"/>
                  </a:outerShdw>
                </a:effectLst>
                <a:ea typeface="宋体" panose="02010600030101010101" pitchFamily="2" charset="-122"/>
              </a:rPr>
              <a:t>扩展</a:t>
            </a:r>
            <a:r>
              <a:rPr lang="en-US" altLang="zh-CN" b="1" dirty="0">
                <a:effectLst>
                  <a:outerShdw blurRad="38100" dist="38100" dir="2700000" algn="tl">
                    <a:srgbClr val="C0C0C0"/>
                  </a:outerShdw>
                </a:effectLst>
                <a:ea typeface="宋体" panose="02010600030101010101" pitchFamily="2" charset="-122"/>
              </a:rPr>
              <a:t>IP ACL</a:t>
            </a:r>
          </a:p>
          <a:p>
            <a:r>
              <a:rPr lang="zh-CN" altLang="en-US" b="1" dirty="0">
                <a:solidFill>
                  <a:schemeClr val="accent2"/>
                </a:solidFill>
                <a:effectLst>
                  <a:outerShdw blurRad="38100" dist="38100" dir="2700000" algn="tl">
                    <a:srgbClr val="C0C0C0"/>
                  </a:outerShdw>
                </a:effectLst>
                <a:ea typeface="宋体" panose="02010600030101010101" pitchFamily="2" charset="-122"/>
              </a:rPr>
              <a:t>使用</a:t>
            </a:r>
            <a:r>
              <a:rPr lang="zh-CN" altLang="en-US" b="1" dirty="0">
                <a:effectLst>
                  <a:outerShdw blurRad="38100" dist="38100" dir="2700000" algn="tl">
                    <a:srgbClr val="C0C0C0"/>
                  </a:outerShdw>
                </a:effectLst>
                <a:ea typeface="宋体" panose="02010600030101010101" pitchFamily="2" charset="-122"/>
              </a:rPr>
              <a:t>标准和扩展</a:t>
            </a:r>
            <a:r>
              <a:rPr lang="en-US" altLang="zh-CN" b="1" dirty="0">
                <a:effectLst>
                  <a:outerShdw blurRad="38100" dist="38100" dir="2700000" algn="tl">
                    <a:srgbClr val="C0C0C0"/>
                  </a:outerShdw>
                </a:effectLst>
                <a:ea typeface="宋体" panose="02010600030101010101" pitchFamily="2" charset="-122"/>
              </a:rPr>
              <a:t>IP ACL</a:t>
            </a:r>
          </a:p>
          <a:p>
            <a:r>
              <a:rPr lang="zh-CN" altLang="en-US" b="1" dirty="0">
                <a:effectLst>
                  <a:outerShdw blurRad="38100" dist="38100" dir="2700000" algn="tl">
                    <a:srgbClr val="C0C0C0"/>
                  </a:outerShdw>
                </a:effectLst>
                <a:ea typeface="宋体" panose="02010600030101010101" pitchFamily="2" charset="-122"/>
              </a:rPr>
              <a:t>访问控制列表的拓扑和流向</a:t>
            </a:r>
          </a:p>
          <a:p>
            <a:r>
              <a:rPr lang="zh-CN" altLang="en-US" b="1" dirty="0">
                <a:effectLst>
                  <a:outerShdw blurRad="38100" dist="38100" dir="2700000" algn="tl">
                    <a:srgbClr val="C0C0C0"/>
                  </a:outerShdw>
                </a:effectLst>
                <a:ea typeface="宋体" panose="02010600030101010101" pitchFamily="2" charset="-122"/>
              </a:rPr>
              <a:t>动态</a:t>
            </a:r>
            <a:r>
              <a:rPr lang="en-US" altLang="zh-CN" b="1" dirty="0">
                <a:effectLst>
                  <a:outerShdw blurRad="38100" dist="38100" dir="2700000" algn="tl">
                    <a:srgbClr val="C0C0C0"/>
                  </a:outerShdw>
                </a:effectLst>
                <a:ea typeface="宋体" panose="02010600030101010101" pitchFamily="2" charset="-122"/>
              </a:rPr>
              <a:t>ACL</a:t>
            </a:r>
          </a:p>
          <a:p>
            <a:r>
              <a:rPr lang="zh-CN" altLang="en-US" b="1" dirty="0">
                <a:solidFill>
                  <a:schemeClr val="accent2"/>
                </a:solidFill>
                <a:effectLst>
                  <a:outerShdw blurRad="38100" dist="38100" dir="2700000" algn="tl">
                    <a:srgbClr val="C0C0C0"/>
                  </a:outerShdw>
                </a:effectLst>
                <a:ea typeface="宋体" panose="02010600030101010101" pitchFamily="2" charset="-122"/>
              </a:rPr>
              <a:t>基于时间</a:t>
            </a:r>
            <a:r>
              <a:rPr lang="zh-CN" altLang="en-US" b="1" dirty="0">
                <a:effectLst>
                  <a:outerShdw blurRad="38100" dist="38100" dir="2700000" algn="tl">
                    <a:srgbClr val="C0C0C0"/>
                  </a:outerShdw>
                </a:effectLst>
                <a:ea typeface="宋体" panose="02010600030101010101" pitchFamily="2" charset="-122"/>
              </a:rPr>
              <a:t>的</a:t>
            </a:r>
            <a:r>
              <a:rPr lang="en-US" altLang="zh-CN" b="1" dirty="0">
                <a:effectLst>
                  <a:outerShdw blurRad="38100" dist="38100" dir="2700000" algn="tl">
                    <a:srgbClr val="C0C0C0"/>
                  </a:outerShdw>
                </a:effectLst>
                <a:ea typeface="宋体" panose="02010600030101010101" pitchFamily="2" charset="-122"/>
              </a:rPr>
              <a:t> ACL</a:t>
            </a:r>
          </a:p>
          <a:p>
            <a:r>
              <a:rPr lang="zh-CN" altLang="en-US" b="1" dirty="0">
                <a:effectLst>
                  <a:outerShdw blurRad="38100" dist="38100" dir="2700000" algn="tl">
                    <a:srgbClr val="C0C0C0"/>
                  </a:outerShdw>
                </a:effectLst>
                <a:ea typeface="宋体" panose="02010600030101010101" pitchFamily="2" charset="-122"/>
              </a:rPr>
              <a:t>用</a:t>
            </a:r>
            <a:r>
              <a:rPr lang="en-US" altLang="zh-CN" b="1" dirty="0">
                <a:effectLst>
                  <a:outerShdw blurRad="38100" dist="38100" dir="2700000" algn="tl">
                    <a:srgbClr val="C0C0C0"/>
                  </a:outerShdw>
                </a:effectLst>
                <a:ea typeface="宋体" panose="02010600030101010101" pitchFamily="2" charset="-122"/>
              </a:rPr>
              <a:t>ACL</a:t>
            </a:r>
            <a:r>
              <a:rPr lang="zh-CN" altLang="en-US" b="1" dirty="0">
                <a:effectLst>
                  <a:outerShdw blurRad="38100" dist="38100" dir="2700000" algn="tl">
                    <a:srgbClr val="C0C0C0"/>
                  </a:outerShdw>
                </a:effectLst>
                <a:ea typeface="宋体" panose="02010600030101010101" pitchFamily="2" charset="-122"/>
              </a:rPr>
              <a:t>缓解攻击</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AB81F7D1-8E77-47F3-A71E-C6BFDB35C135}"/>
              </a:ext>
            </a:extLst>
          </p:cNvPr>
          <p:cNvSpPr>
            <a:spLocks noGrp="1" noChangeArrowheads="1"/>
          </p:cNvSpPr>
          <p:nvPr>
            <p:ph type="title" idx="4294967295"/>
          </p:nvPr>
        </p:nvSpPr>
        <p:spPr/>
        <p:txBody>
          <a:bodyPr/>
          <a:lstStyle/>
          <a:p>
            <a:pPr eaLnBrk="1" hangingPunct="1"/>
            <a:r>
              <a:rPr lang="zh-CN" altLang="en-US" dirty="0">
                <a:ea typeface="宋体" panose="02010600030101010101" pitchFamily="2" charset="-122"/>
              </a:rPr>
              <a:t>标准和扩展 </a:t>
            </a:r>
            <a:r>
              <a:rPr lang="en-US" altLang="zh-CN" dirty="0">
                <a:ea typeface="宋体" panose="02010600030101010101" pitchFamily="2" charset="-122"/>
              </a:rPr>
              <a:t>IP ACL</a:t>
            </a:r>
          </a:p>
        </p:txBody>
      </p:sp>
      <p:sp>
        <p:nvSpPr>
          <p:cNvPr id="9219" name="Rectangle 3">
            <a:extLst>
              <a:ext uri="{FF2B5EF4-FFF2-40B4-BE49-F238E27FC236}">
                <a16:creationId xmlns:a16="http://schemas.microsoft.com/office/drawing/2014/main" id="{A5CD001E-9D5A-4848-AC76-149AB3C1F094}"/>
              </a:ext>
            </a:extLst>
          </p:cNvPr>
          <p:cNvSpPr>
            <a:spLocks noGrp="1" noChangeArrowheads="1"/>
          </p:cNvSpPr>
          <p:nvPr>
            <p:ph type="body" idx="4294967295"/>
          </p:nvPr>
        </p:nvSpPr>
        <p:spPr/>
        <p:txBody>
          <a:bodyPr/>
          <a:lstStyle/>
          <a:p>
            <a:pPr marL="457200" indent="-457200">
              <a:buFont typeface="Wingdings" panose="05000000000000000000" pitchFamily="2" charset="2"/>
              <a:buAutoNum type="arabicPeriod"/>
            </a:pPr>
            <a:r>
              <a:rPr lang="en-US" altLang="zh-CN">
                <a:ea typeface="宋体" panose="02010600030101010101" pitchFamily="2" charset="-122"/>
              </a:rPr>
              <a:t>ACL </a:t>
            </a:r>
            <a:r>
              <a:rPr lang="zh-CN" altLang="en-US">
                <a:ea typeface="宋体" panose="02010600030101010101" pitchFamily="2" charset="-122"/>
              </a:rPr>
              <a:t>拓扑和类型</a:t>
            </a:r>
          </a:p>
          <a:p>
            <a:pPr marL="457200" indent="-457200">
              <a:buFont typeface="Wingdings" panose="05000000000000000000" pitchFamily="2" charset="2"/>
              <a:buAutoNum type="arabicPeriod"/>
            </a:pPr>
            <a:r>
              <a:rPr lang="zh-CN" altLang="en-US">
                <a:ea typeface="宋体" panose="02010600030101010101" pitchFamily="2" charset="-122"/>
              </a:rPr>
              <a:t>标准和扩展编号 </a:t>
            </a:r>
            <a:r>
              <a:rPr lang="en-US" altLang="zh-CN">
                <a:ea typeface="宋体" panose="02010600030101010101" pitchFamily="2" charset="-122"/>
              </a:rPr>
              <a:t>IP ACL</a:t>
            </a:r>
          </a:p>
          <a:p>
            <a:pPr marL="457200" indent="-457200">
              <a:buFont typeface="Wingdings" panose="05000000000000000000" pitchFamily="2" charset="2"/>
              <a:buAutoNum type="arabicPeriod"/>
            </a:pPr>
            <a:r>
              <a:rPr lang="zh-CN" altLang="en-US">
                <a:ea typeface="宋体" panose="02010600030101010101" pitchFamily="2" charset="-122"/>
              </a:rPr>
              <a:t>命名</a:t>
            </a:r>
            <a:r>
              <a:rPr lang="en-US" altLang="zh-CN">
                <a:ea typeface="宋体" panose="02010600030101010101" pitchFamily="2" charset="-122"/>
              </a:rPr>
              <a:t>IP ACL</a:t>
            </a:r>
          </a:p>
          <a:p>
            <a:pPr marL="457200" indent="-457200">
              <a:buFont typeface="Wingdings" panose="05000000000000000000" pitchFamily="2" charset="2"/>
              <a:buAutoNum type="arabicPeriod"/>
            </a:pPr>
            <a:r>
              <a:rPr lang="en-US" altLang="zh-CN">
                <a:ea typeface="宋体" panose="02010600030101010101" pitchFamily="2" charset="-122"/>
              </a:rPr>
              <a:t>log </a:t>
            </a:r>
            <a:r>
              <a:rPr lang="zh-CN" altLang="en-US">
                <a:ea typeface="宋体" panose="02010600030101010101" pitchFamily="2" charset="-122"/>
              </a:rPr>
              <a:t>参数</a:t>
            </a:r>
          </a:p>
          <a:p>
            <a:pPr marL="457200" indent="-457200">
              <a:buFont typeface="Wingdings" panose="05000000000000000000" pitchFamily="2" charset="2"/>
              <a:buAutoNum type="arabicPeriod"/>
            </a:pPr>
            <a:r>
              <a:rPr lang="en-US" altLang="zh-CN">
                <a:ea typeface="宋体" panose="02010600030101010101" pitchFamily="2" charset="-122"/>
              </a:rPr>
              <a:t>ACL </a:t>
            </a:r>
            <a:r>
              <a:rPr lang="zh-CN" altLang="en-US">
                <a:ea typeface="宋体" panose="02010600030101010101" pitchFamily="2" charset="-122"/>
              </a:rPr>
              <a:t>配置准则</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5">
            <a:extLst>
              <a:ext uri="{FF2B5EF4-FFF2-40B4-BE49-F238E27FC236}">
                <a16:creationId xmlns:a16="http://schemas.microsoft.com/office/drawing/2014/main" id="{E94A02C7-909C-4E75-A54F-9827E2DFEB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76400"/>
            <a:ext cx="5915025"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243" name="Title 5">
            <a:extLst>
              <a:ext uri="{FF2B5EF4-FFF2-40B4-BE49-F238E27FC236}">
                <a16:creationId xmlns:a16="http://schemas.microsoft.com/office/drawing/2014/main" id="{6A0ADC6F-5164-4604-B84C-153C8652397E}"/>
              </a:ext>
            </a:extLst>
          </p:cNvPr>
          <p:cNvSpPr>
            <a:spLocks noGrp="1"/>
          </p:cNvSpPr>
          <p:nvPr>
            <p:ph type="title" idx="4294967295"/>
          </p:nvPr>
        </p:nvSpPr>
        <p:spPr>
          <a:xfrm>
            <a:off x="533400" y="990600"/>
            <a:ext cx="8343900" cy="609600"/>
          </a:xfrm>
        </p:spPr>
        <p:txBody>
          <a:bodyPr/>
          <a:lstStyle/>
          <a:p>
            <a:pPr marL="609600" indent="-609600" eaLnBrk="1" hangingPunct="1"/>
            <a:r>
              <a:rPr lang="en-US" altLang="zh-CN">
                <a:ea typeface="宋体" panose="02010600030101010101" pitchFamily="2" charset="-122"/>
              </a:rPr>
              <a:t>1</a:t>
            </a:r>
            <a:r>
              <a:rPr lang="zh-CN" altLang="en-US">
                <a:ea typeface="宋体" panose="02010600030101010101" pitchFamily="2" charset="-122"/>
              </a:rPr>
              <a:t>、</a:t>
            </a:r>
            <a:r>
              <a:rPr lang="en-US" altLang="zh-CN">
                <a:ea typeface="宋体" panose="02010600030101010101" pitchFamily="2" charset="-122"/>
              </a:rPr>
              <a:t>ACL </a:t>
            </a:r>
            <a:r>
              <a:rPr lang="zh-CN" altLang="en-US">
                <a:ea typeface="宋体" panose="02010600030101010101" pitchFamily="2" charset="-122"/>
              </a:rPr>
              <a:t>拓扑和类型</a:t>
            </a:r>
            <a:endParaRPr lang="en-US" altLang="zh-CN">
              <a:ea typeface="宋体" panose="02010600030101010101" pitchFamily="2" charset="-122"/>
            </a:endParaRPr>
          </a:p>
        </p:txBody>
      </p:sp>
      <p:grpSp>
        <p:nvGrpSpPr>
          <p:cNvPr id="10244" name="Group 13">
            <a:extLst>
              <a:ext uri="{FF2B5EF4-FFF2-40B4-BE49-F238E27FC236}">
                <a16:creationId xmlns:a16="http://schemas.microsoft.com/office/drawing/2014/main" id="{28CA03A0-0C3E-49C4-A476-9A1BAE741528}"/>
              </a:ext>
            </a:extLst>
          </p:cNvPr>
          <p:cNvGrpSpPr>
            <a:grpSpLocks/>
          </p:cNvGrpSpPr>
          <p:nvPr/>
        </p:nvGrpSpPr>
        <p:grpSpPr bwMode="auto">
          <a:xfrm>
            <a:off x="6096000" y="1371600"/>
            <a:ext cx="2692400" cy="5095875"/>
            <a:chOff x="6096000" y="1371600"/>
            <a:chExt cx="2692400" cy="5095492"/>
          </a:xfrm>
        </p:grpSpPr>
        <p:pic>
          <p:nvPicPr>
            <p:cNvPr id="10246" name="Picture 110">
              <a:extLst>
                <a:ext uri="{FF2B5EF4-FFF2-40B4-BE49-F238E27FC236}">
                  <a16:creationId xmlns:a16="http://schemas.microsoft.com/office/drawing/2014/main" id="{AB52DB08-1A06-46D4-9DF1-7F84CF1498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55000"/>
            <a:stretch>
              <a:fillRect/>
            </a:stretch>
          </p:blipFill>
          <p:spPr bwMode="auto">
            <a:xfrm>
              <a:off x="6096000" y="1371600"/>
              <a:ext cx="1714500" cy="5095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110">
              <a:extLst>
                <a:ext uri="{FF2B5EF4-FFF2-40B4-BE49-F238E27FC236}">
                  <a16:creationId xmlns:a16="http://schemas.microsoft.com/office/drawing/2014/main" id="{AFBA33BB-5E8A-49C7-A7E1-ED0647DFAB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61667" r="11667"/>
            <a:stretch>
              <a:fillRect/>
            </a:stretch>
          </p:blipFill>
          <p:spPr bwMode="auto">
            <a:xfrm>
              <a:off x="7772400" y="1371600"/>
              <a:ext cx="1016000" cy="5095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45" name="Rectangle 2">
            <a:extLst>
              <a:ext uri="{FF2B5EF4-FFF2-40B4-BE49-F238E27FC236}">
                <a16:creationId xmlns:a16="http://schemas.microsoft.com/office/drawing/2014/main" id="{AD0785A0-BD58-4429-9B70-2F4A5D39A4E1}"/>
              </a:ext>
            </a:extLst>
          </p:cNvPr>
          <p:cNvSpPr>
            <a:spLocks noChangeArrowheads="1"/>
          </p:cNvSpPr>
          <p:nvPr/>
        </p:nvSpPr>
        <p:spPr bwMode="auto">
          <a:xfrm>
            <a:off x="381000" y="304800"/>
            <a:ext cx="83439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lIns="82124" tIns="41061" rIns="82124" bIns="41061" anchor="b"/>
          <a:lstStyle>
            <a:lvl1pPr defTabSz="814388" eaLnBrk="0" hangingPunct="0">
              <a:defRPr sz="3400" b="1">
                <a:solidFill>
                  <a:schemeClr val="tx1"/>
                </a:solidFill>
                <a:latin typeface="Arial" panose="020B0604020202020204" pitchFamily="34" charset="0"/>
              </a:defRPr>
            </a:lvl1pPr>
            <a:lvl2pPr marL="742950" indent="-285750" defTabSz="814388" eaLnBrk="0" hangingPunct="0">
              <a:defRPr sz="3400" b="1">
                <a:solidFill>
                  <a:schemeClr val="tx1"/>
                </a:solidFill>
                <a:latin typeface="Arial" panose="020B0604020202020204" pitchFamily="34" charset="0"/>
              </a:defRPr>
            </a:lvl2pPr>
            <a:lvl3pPr marL="1143000" indent="-228600" defTabSz="814388" eaLnBrk="0" hangingPunct="0">
              <a:defRPr sz="3400" b="1">
                <a:solidFill>
                  <a:schemeClr val="tx1"/>
                </a:solidFill>
                <a:latin typeface="Arial" panose="020B0604020202020204" pitchFamily="34" charset="0"/>
              </a:defRPr>
            </a:lvl3pPr>
            <a:lvl4pPr marL="1600200" indent="-228600" defTabSz="814388" eaLnBrk="0" hangingPunct="0">
              <a:defRPr sz="3400" b="1">
                <a:solidFill>
                  <a:schemeClr val="tx1"/>
                </a:solidFill>
                <a:latin typeface="Arial" panose="020B0604020202020204" pitchFamily="34" charset="0"/>
              </a:defRPr>
            </a:lvl4pPr>
            <a:lvl5pPr marL="2057400" indent="-228600" defTabSz="814388" eaLnBrk="0" hangingPunct="0">
              <a:defRPr sz="34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4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4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4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lnSpc>
                <a:spcPct val="90000"/>
              </a:lnSpc>
            </a:pPr>
            <a:r>
              <a:rPr lang="zh-CN" altLang="en-US" sz="3200" dirty="0">
                <a:solidFill>
                  <a:srgbClr val="708CA1"/>
                </a:solidFill>
                <a:ea typeface="宋体" panose="02010600030101010101" pitchFamily="2" charset="-122"/>
              </a:rPr>
              <a:t>标准和扩展 </a:t>
            </a:r>
            <a:r>
              <a:rPr lang="en-US" altLang="zh-CN" sz="3200" dirty="0">
                <a:solidFill>
                  <a:srgbClr val="708CA1"/>
                </a:solidFill>
                <a:ea typeface="宋体" panose="02010600030101010101" pitchFamily="2" charset="-122"/>
              </a:rPr>
              <a:t>IP ACL</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Title 3">
            <a:extLst>
              <a:ext uri="{FF2B5EF4-FFF2-40B4-BE49-F238E27FC236}">
                <a16:creationId xmlns:a16="http://schemas.microsoft.com/office/drawing/2014/main" id="{A4AD8169-55FA-4DD0-937F-EF3E4B58A26D}"/>
              </a:ext>
            </a:extLst>
          </p:cNvPr>
          <p:cNvSpPr>
            <a:spLocks noGrp="1"/>
          </p:cNvSpPr>
          <p:nvPr>
            <p:ph type="title" idx="4294967295"/>
          </p:nvPr>
        </p:nvSpPr>
        <p:spPr>
          <a:xfrm>
            <a:off x="228600" y="685800"/>
            <a:ext cx="8343900" cy="609600"/>
          </a:xfrm>
        </p:spPr>
        <p:txBody>
          <a:bodyPr/>
          <a:lstStyle/>
          <a:p>
            <a:pPr eaLnBrk="1" hangingPunct="1"/>
            <a:r>
              <a:rPr lang="en-US" altLang="zh-CN">
                <a:ea typeface="宋体" panose="02010600030101010101" pitchFamily="2" charset="-122"/>
              </a:rPr>
              <a:t>1</a:t>
            </a:r>
            <a:r>
              <a:rPr lang="zh-CN" altLang="en-US">
                <a:ea typeface="宋体" panose="02010600030101010101" pitchFamily="2" charset="-122"/>
              </a:rPr>
              <a:t>、 </a:t>
            </a:r>
            <a:r>
              <a:rPr lang="en-US" altLang="zh-CN" sz="3600" b="0">
                <a:effectLst>
                  <a:outerShdw blurRad="38100" dist="38100" dir="2700000" algn="tl">
                    <a:srgbClr val="C0C0C0"/>
                  </a:outerShdw>
                </a:effectLst>
                <a:ea typeface="宋体" panose="02010600030101010101" pitchFamily="2" charset="-122"/>
              </a:rPr>
              <a:t>ACL</a:t>
            </a:r>
            <a:r>
              <a:rPr lang="zh-CN" altLang="en-US" sz="3600" b="0">
                <a:solidFill>
                  <a:schemeClr val="accent2"/>
                </a:solidFill>
                <a:effectLst>
                  <a:outerShdw blurRad="38100" dist="38100" dir="2700000" algn="tl">
                    <a:srgbClr val="C0C0C0"/>
                  </a:outerShdw>
                </a:effectLst>
                <a:ea typeface="宋体" panose="02010600030101010101" pitchFamily="2" charset="-122"/>
              </a:rPr>
              <a:t>工作</a:t>
            </a:r>
            <a:r>
              <a:rPr lang="zh-CN" altLang="en-US" sz="3600" b="0">
                <a:effectLst>
                  <a:outerShdw blurRad="38100" dist="38100" dir="2700000" algn="tl">
                    <a:srgbClr val="C0C0C0"/>
                  </a:outerShdw>
                </a:effectLst>
                <a:ea typeface="宋体" panose="02010600030101010101" pitchFamily="2" charset="-122"/>
              </a:rPr>
              <a:t>过程</a:t>
            </a:r>
          </a:p>
        </p:txBody>
      </p:sp>
      <p:grpSp>
        <p:nvGrpSpPr>
          <p:cNvPr id="21507" name="Group 15">
            <a:extLst>
              <a:ext uri="{FF2B5EF4-FFF2-40B4-BE49-F238E27FC236}">
                <a16:creationId xmlns:a16="http://schemas.microsoft.com/office/drawing/2014/main" id="{D6126A6A-C848-4D53-B225-E848669D05C3}"/>
              </a:ext>
            </a:extLst>
          </p:cNvPr>
          <p:cNvGrpSpPr>
            <a:grpSpLocks/>
          </p:cNvGrpSpPr>
          <p:nvPr/>
        </p:nvGrpSpPr>
        <p:grpSpPr bwMode="auto">
          <a:xfrm>
            <a:off x="1143000" y="1187450"/>
            <a:ext cx="7010400" cy="5670550"/>
            <a:chOff x="720" y="624"/>
            <a:chExt cx="4416" cy="3572"/>
          </a:xfrm>
        </p:grpSpPr>
        <p:pic>
          <p:nvPicPr>
            <p:cNvPr id="21509" name="Picture 9">
              <a:extLst>
                <a:ext uri="{FF2B5EF4-FFF2-40B4-BE49-F238E27FC236}">
                  <a16:creationId xmlns:a16="http://schemas.microsoft.com/office/drawing/2014/main" id="{57AD1916-16BC-4969-97F2-C9FAC33E58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624"/>
              <a:ext cx="4416" cy="3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
          <p:nvSpPr>
            <p:cNvPr id="21510" name="Rectangle 14">
              <a:extLst>
                <a:ext uri="{FF2B5EF4-FFF2-40B4-BE49-F238E27FC236}">
                  <a16:creationId xmlns:a16="http://schemas.microsoft.com/office/drawing/2014/main" id="{7356966D-85DB-46B9-80A4-F6202CDF4541}"/>
                </a:ext>
              </a:extLst>
            </p:cNvPr>
            <p:cNvSpPr>
              <a:spLocks noChangeArrowheads="1"/>
            </p:cNvSpPr>
            <p:nvPr/>
          </p:nvSpPr>
          <p:spPr bwMode="auto">
            <a:xfrm>
              <a:off x="1632" y="3520"/>
              <a:ext cx="640" cy="192"/>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3400" b="1">
                  <a:solidFill>
                    <a:schemeClr val="tx1"/>
                  </a:solidFill>
                  <a:latin typeface="Arial" panose="020B0604020202020204" pitchFamily="34" charset="0"/>
                </a:defRPr>
              </a:lvl1pPr>
              <a:lvl2pPr marL="742950" indent="-285750" eaLnBrk="0" hangingPunct="0">
                <a:defRPr sz="3400" b="1">
                  <a:solidFill>
                    <a:schemeClr val="tx1"/>
                  </a:solidFill>
                  <a:latin typeface="Arial" panose="020B0604020202020204" pitchFamily="34" charset="0"/>
                </a:defRPr>
              </a:lvl2pPr>
              <a:lvl3pPr marL="1143000" indent="-228600" eaLnBrk="0" hangingPunct="0">
                <a:defRPr sz="3400" b="1">
                  <a:solidFill>
                    <a:schemeClr val="tx1"/>
                  </a:solidFill>
                  <a:latin typeface="Arial" panose="020B0604020202020204" pitchFamily="34" charset="0"/>
                </a:defRPr>
              </a:lvl3pPr>
              <a:lvl4pPr marL="1600200" indent="-228600" eaLnBrk="0" hangingPunct="0">
                <a:defRPr sz="3400" b="1">
                  <a:solidFill>
                    <a:schemeClr val="tx1"/>
                  </a:solidFill>
                  <a:latin typeface="Arial" panose="020B0604020202020204" pitchFamily="34" charset="0"/>
                </a:defRPr>
              </a:lvl4pPr>
              <a:lvl5pPr marL="2057400" indent="-228600" eaLnBrk="0" hangingPunct="0">
                <a:defRPr sz="3400" b="1">
                  <a:solidFill>
                    <a:schemeClr val="tx1"/>
                  </a:solidFill>
                  <a:latin typeface="Arial" panose="020B0604020202020204" pitchFamily="34" charset="0"/>
                </a:defRPr>
              </a:lvl5pPr>
              <a:lvl6pPr marL="2514600" indent="-228600" eaLnBrk="0" fontAlgn="base" hangingPunct="0">
                <a:spcBef>
                  <a:spcPct val="0"/>
                </a:spcBef>
                <a:spcAft>
                  <a:spcPct val="0"/>
                </a:spcAft>
                <a:defRPr sz="3400" b="1">
                  <a:solidFill>
                    <a:schemeClr val="tx1"/>
                  </a:solidFill>
                  <a:latin typeface="Arial" panose="020B0604020202020204" pitchFamily="34" charset="0"/>
                </a:defRPr>
              </a:lvl6pPr>
              <a:lvl7pPr marL="2971800" indent="-228600" eaLnBrk="0" fontAlgn="base" hangingPunct="0">
                <a:spcBef>
                  <a:spcPct val="0"/>
                </a:spcBef>
                <a:spcAft>
                  <a:spcPct val="0"/>
                </a:spcAft>
                <a:defRPr sz="3400" b="1">
                  <a:solidFill>
                    <a:schemeClr val="tx1"/>
                  </a:solidFill>
                  <a:latin typeface="Arial" panose="020B0604020202020204" pitchFamily="34" charset="0"/>
                </a:defRPr>
              </a:lvl7pPr>
              <a:lvl8pPr marL="3429000" indent="-228600" eaLnBrk="0" fontAlgn="base" hangingPunct="0">
                <a:spcBef>
                  <a:spcPct val="0"/>
                </a:spcBef>
                <a:spcAft>
                  <a:spcPct val="0"/>
                </a:spcAft>
                <a:defRPr sz="3400" b="1">
                  <a:solidFill>
                    <a:schemeClr val="tx1"/>
                  </a:solidFill>
                  <a:latin typeface="Arial" panose="020B0604020202020204" pitchFamily="34" charset="0"/>
                </a:defRPr>
              </a:lvl8pPr>
              <a:lvl9pPr marL="3886200" indent="-228600"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endParaRPr lang="zh-CN" altLang="en-US"/>
            </a:p>
          </p:txBody>
        </p:sp>
      </p:grpSp>
    </p:spTree>
    <p:extLst>
      <p:ext uri="{BB962C8B-B14F-4D97-AF65-F5344CB8AC3E}">
        <p14:creationId xmlns:p14="http://schemas.microsoft.com/office/powerpoint/2010/main" val="156486298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4">
            <a:extLst>
              <a:ext uri="{FF2B5EF4-FFF2-40B4-BE49-F238E27FC236}">
                <a16:creationId xmlns:a16="http://schemas.microsoft.com/office/drawing/2014/main" id="{F1B58254-A3A2-4EC3-A254-165CDC2F82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092325"/>
            <a:ext cx="8534400" cy="476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
        <p:nvSpPr>
          <p:cNvPr id="22531" name="Rectangle 6">
            <a:extLst>
              <a:ext uri="{FF2B5EF4-FFF2-40B4-BE49-F238E27FC236}">
                <a16:creationId xmlns:a16="http://schemas.microsoft.com/office/drawing/2014/main" id="{542476EB-1C45-4E7A-B1F0-952F81055C6E}"/>
              </a:ext>
            </a:extLst>
          </p:cNvPr>
          <p:cNvSpPr>
            <a:spLocks noChangeArrowheads="1"/>
          </p:cNvSpPr>
          <p:nvPr/>
        </p:nvSpPr>
        <p:spPr bwMode="auto">
          <a:xfrm>
            <a:off x="481013" y="1147763"/>
            <a:ext cx="8016875" cy="590550"/>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124" tIns="41061" rIns="82124" bIns="41061"/>
          <a:lstStyle>
            <a:lvl1pPr marL="236538" indent="-236538" defTabSz="814388" eaLnBrk="0" hangingPunct="0">
              <a:defRPr sz="3400" b="1">
                <a:solidFill>
                  <a:schemeClr val="tx1"/>
                </a:solidFill>
                <a:latin typeface="Arial" panose="020B0604020202020204" pitchFamily="34" charset="0"/>
              </a:defRPr>
            </a:lvl1pPr>
            <a:lvl2pPr marL="742950" indent="-285750" defTabSz="814388" eaLnBrk="0" hangingPunct="0">
              <a:defRPr sz="3400" b="1">
                <a:solidFill>
                  <a:schemeClr val="tx1"/>
                </a:solidFill>
                <a:latin typeface="Arial" panose="020B0604020202020204" pitchFamily="34" charset="0"/>
              </a:defRPr>
            </a:lvl2pPr>
            <a:lvl3pPr marL="1143000" indent="-228600" defTabSz="814388" eaLnBrk="0" hangingPunct="0">
              <a:defRPr sz="3400" b="1">
                <a:solidFill>
                  <a:schemeClr val="tx1"/>
                </a:solidFill>
                <a:latin typeface="Arial" panose="020B0604020202020204" pitchFamily="34" charset="0"/>
              </a:defRPr>
            </a:lvl3pPr>
            <a:lvl4pPr marL="1600200" indent="-228600" defTabSz="814388" eaLnBrk="0" hangingPunct="0">
              <a:defRPr sz="3400" b="1">
                <a:solidFill>
                  <a:schemeClr val="tx1"/>
                </a:solidFill>
                <a:latin typeface="Arial" panose="020B0604020202020204" pitchFamily="34" charset="0"/>
              </a:defRPr>
            </a:lvl4pPr>
            <a:lvl5pPr marL="2057400" indent="-228600" defTabSz="814388" eaLnBrk="0" hangingPunct="0">
              <a:defRPr sz="34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4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4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4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400" b="1">
                <a:solidFill>
                  <a:schemeClr val="tx1"/>
                </a:solidFill>
                <a:latin typeface="Arial" panose="020B0604020202020204" pitchFamily="34" charset="0"/>
              </a:defRPr>
            </a:lvl9pPr>
          </a:lstStyle>
          <a:p>
            <a:pPr>
              <a:lnSpc>
                <a:spcPct val="95000"/>
              </a:lnSpc>
              <a:spcBef>
                <a:spcPct val="50000"/>
              </a:spcBef>
              <a:buClr>
                <a:srgbClr val="708CA1"/>
              </a:buClr>
              <a:buFont typeface="Wingdings" panose="05000000000000000000" pitchFamily="2" charset="2"/>
              <a:buChar char="§"/>
            </a:pPr>
            <a:endParaRPr lang="zh-CN" altLang="en-US" sz="2400" b="0">
              <a:ea typeface="宋体" panose="02010600030101010101" pitchFamily="2" charset="-122"/>
            </a:endParaRPr>
          </a:p>
        </p:txBody>
      </p:sp>
      <p:sp>
        <p:nvSpPr>
          <p:cNvPr id="286728" name="Title 3">
            <a:extLst>
              <a:ext uri="{FF2B5EF4-FFF2-40B4-BE49-F238E27FC236}">
                <a16:creationId xmlns:a16="http://schemas.microsoft.com/office/drawing/2014/main" id="{05975C05-FAE6-423C-89D6-AC08802F241A}"/>
              </a:ext>
            </a:extLst>
          </p:cNvPr>
          <p:cNvSpPr>
            <a:spLocks/>
          </p:cNvSpPr>
          <p:nvPr/>
        </p:nvSpPr>
        <p:spPr bwMode="auto">
          <a:xfrm>
            <a:off x="228600" y="914400"/>
            <a:ext cx="83439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lIns="82124" tIns="41061" rIns="82124" bIns="41061" anchor="b"/>
          <a:lstStyle>
            <a:lvl1pPr defTabSz="814388" eaLnBrk="0" hangingPunct="0">
              <a:defRPr sz="3400" b="1">
                <a:solidFill>
                  <a:schemeClr val="tx1"/>
                </a:solidFill>
                <a:latin typeface="Arial" panose="020B0604020202020204" pitchFamily="34" charset="0"/>
              </a:defRPr>
            </a:lvl1pPr>
            <a:lvl2pPr marL="742950" indent="-285750" defTabSz="814388" eaLnBrk="0" hangingPunct="0">
              <a:defRPr sz="3400" b="1">
                <a:solidFill>
                  <a:schemeClr val="tx1"/>
                </a:solidFill>
                <a:latin typeface="Arial" panose="020B0604020202020204" pitchFamily="34" charset="0"/>
              </a:defRPr>
            </a:lvl2pPr>
            <a:lvl3pPr marL="1143000" indent="-228600" defTabSz="814388" eaLnBrk="0" hangingPunct="0">
              <a:defRPr sz="3400" b="1">
                <a:solidFill>
                  <a:schemeClr val="tx1"/>
                </a:solidFill>
                <a:latin typeface="Arial" panose="020B0604020202020204" pitchFamily="34" charset="0"/>
              </a:defRPr>
            </a:lvl3pPr>
            <a:lvl4pPr marL="1600200" indent="-228600" defTabSz="814388" eaLnBrk="0" hangingPunct="0">
              <a:defRPr sz="3400" b="1">
                <a:solidFill>
                  <a:schemeClr val="tx1"/>
                </a:solidFill>
                <a:latin typeface="Arial" panose="020B0604020202020204" pitchFamily="34" charset="0"/>
              </a:defRPr>
            </a:lvl4pPr>
            <a:lvl5pPr marL="2057400" indent="-228600" defTabSz="814388" eaLnBrk="0" hangingPunct="0">
              <a:defRPr sz="34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4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4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4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lnSpc>
                <a:spcPct val="90000"/>
              </a:lnSpc>
            </a:pPr>
            <a:r>
              <a:rPr lang="en-US" altLang="zh-CN" sz="3200">
                <a:solidFill>
                  <a:srgbClr val="708CA1"/>
                </a:solidFill>
                <a:ea typeface="宋体" panose="02010600030101010101" pitchFamily="2" charset="-122"/>
              </a:rPr>
              <a:t>1</a:t>
            </a:r>
            <a:r>
              <a:rPr lang="zh-CN" altLang="en-US" sz="3200">
                <a:solidFill>
                  <a:srgbClr val="708CA1"/>
                </a:solidFill>
                <a:ea typeface="宋体" panose="02010600030101010101" pitchFamily="2" charset="-122"/>
              </a:rPr>
              <a:t>、 </a:t>
            </a:r>
            <a:r>
              <a:rPr lang="en-US" altLang="zh-CN" sz="3600" b="0">
                <a:solidFill>
                  <a:srgbClr val="708CA1"/>
                </a:solidFill>
                <a:effectLst>
                  <a:outerShdw blurRad="38100" dist="38100" dir="2700000" algn="tl">
                    <a:srgbClr val="C0C0C0"/>
                  </a:outerShdw>
                </a:effectLst>
                <a:ea typeface="宋体" panose="02010600030101010101" pitchFamily="2" charset="-122"/>
              </a:rPr>
              <a:t>ACL</a:t>
            </a:r>
            <a:r>
              <a:rPr lang="zh-CN" altLang="en-US" sz="3600" b="0">
                <a:solidFill>
                  <a:schemeClr val="accent2"/>
                </a:solidFill>
                <a:effectLst>
                  <a:outerShdw blurRad="38100" dist="38100" dir="2700000" algn="tl">
                    <a:srgbClr val="C0C0C0"/>
                  </a:outerShdw>
                </a:effectLst>
                <a:ea typeface="宋体" panose="02010600030101010101" pitchFamily="2" charset="-122"/>
              </a:rPr>
              <a:t>工作</a:t>
            </a:r>
            <a:r>
              <a:rPr lang="zh-CN" altLang="en-US" sz="3600" b="0">
                <a:solidFill>
                  <a:srgbClr val="708CA1"/>
                </a:solidFill>
                <a:effectLst>
                  <a:outerShdw blurRad="38100" dist="38100" dir="2700000" algn="tl">
                    <a:srgbClr val="C0C0C0"/>
                  </a:outerShdw>
                </a:effectLst>
                <a:ea typeface="宋体" panose="02010600030101010101" pitchFamily="2" charset="-122"/>
              </a:rPr>
              <a:t>过程</a:t>
            </a:r>
          </a:p>
        </p:txBody>
      </p:sp>
      <p:sp>
        <p:nvSpPr>
          <p:cNvPr id="286730" name="Rectangle 10">
            <a:extLst>
              <a:ext uri="{FF2B5EF4-FFF2-40B4-BE49-F238E27FC236}">
                <a16:creationId xmlns:a16="http://schemas.microsoft.com/office/drawing/2014/main" id="{A699068E-FC2D-48BB-A54F-7FD593780CCA}"/>
              </a:ext>
            </a:extLst>
          </p:cNvPr>
          <p:cNvSpPr>
            <a:spLocks noGrp="1" noChangeArrowheads="1"/>
          </p:cNvSpPr>
          <p:nvPr>
            <p:ph type="body" idx="1"/>
          </p:nvPr>
        </p:nvSpPr>
        <p:spPr>
          <a:xfrm>
            <a:off x="533400" y="1600200"/>
            <a:ext cx="3048000" cy="457200"/>
          </a:xfrm>
        </p:spPr>
        <p:txBody>
          <a:bodyPr/>
          <a:lstStyle/>
          <a:p>
            <a:r>
              <a:rPr lang="zh-CN" altLang="en-US" b="1">
                <a:solidFill>
                  <a:schemeClr val="accent2"/>
                </a:solidFill>
                <a:effectLst>
                  <a:outerShdw blurRad="38100" dist="38100" dir="2700000" algn="tl">
                    <a:srgbClr val="C0C0C0"/>
                  </a:outerShdw>
                </a:effectLst>
                <a:ea typeface="宋体" panose="02010600030101010101" pitchFamily="2" charset="-122"/>
              </a:rPr>
              <a:t>入站 </a:t>
            </a:r>
            <a:r>
              <a:rPr lang="en-US" altLang="zh-CN" b="1">
                <a:solidFill>
                  <a:schemeClr val="accent2"/>
                </a:solidFill>
                <a:effectLst>
                  <a:outerShdw blurRad="38100" dist="38100" dir="2700000" algn="tl">
                    <a:srgbClr val="C0C0C0"/>
                  </a:outerShdw>
                </a:effectLst>
                <a:ea typeface="宋体" panose="02010600030101010101" pitchFamily="2" charset="-122"/>
              </a:rPr>
              <a:t>ACL</a:t>
            </a:r>
            <a:endParaRPr lang="zh-CN" altLang="en-US" b="1">
              <a:solidFill>
                <a:schemeClr val="accent2"/>
              </a:solidFill>
              <a:effectLst>
                <a:outerShdw blurRad="38100" dist="38100" dir="2700000" algn="tl">
                  <a:srgbClr val="C0C0C0"/>
                </a:outerShdw>
              </a:effectLst>
              <a:ea typeface="宋体" panose="02010600030101010101" pitchFamily="2" charset="-122"/>
            </a:endParaRPr>
          </a:p>
        </p:txBody>
      </p:sp>
      <p:sp>
        <p:nvSpPr>
          <p:cNvPr id="22534" name="Title 1">
            <a:extLst>
              <a:ext uri="{FF2B5EF4-FFF2-40B4-BE49-F238E27FC236}">
                <a16:creationId xmlns:a16="http://schemas.microsoft.com/office/drawing/2014/main" id="{8704796C-655E-49E8-8361-5ED144018E0D}"/>
              </a:ext>
            </a:extLst>
          </p:cNvPr>
          <p:cNvSpPr>
            <a:spLocks/>
          </p:cNvSpPr>
          <p:nvPr/>
        </p:nvSpPr>
        <p:spPr bwMode="auto">
          <a:xfrm>
            <a:off x="228600" y="304800"/>
            <a:ext cx="834390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lIns="82124" tIns="41061" rIns="82124" bIns="41061" anchor="b"/>
          <a:lstStyle>
            <a:lvl1pPr defTabSz="814388" eaLnBrk="0" hangingPunct="0">
              <a:defRPr sz="3400" b="1">
                <a:solidFill>
                  <a:schemeClr val="tx1"/>
                </a:solidFill>
                <a:latin typeface="Arial" panose="020B0604020202020204" pitchFamily="34" charset="0"/>
              </a:defRPr>
            </a:lvl1pPr>
            <a:lvl2pPr marL="742950" indent="-285750" defTabSz="814388" eaLnBrk="0" hangingPunct="0">
              <a:defRPr sz="3400" b="1">
                <a:solidFill>
                  <a:schemeClr val="tx1"/>
                </a:solidFill>
                <a:latin typeface="Arial" panose="020B0604020202020204" pitchFamily="34" charset="0"/>
              </a:defRPr>
            </a:lvl2pPr>
            <a:lvl3pPr marL="1143000" indent="-228600" defTabSz="814388" eaLnBrk="0" hangingPunct="0">
              <a:defRPr sz="3400" b="1">
                <a:solidFill>
                  <a:schemeClr val="tx1"/>
                </a:solidFill>
                <a:latin typeface="Arial" panose="020B0604020202020204" pitchFamily="34" charset="0"/>
              </a:defRPr>
            </a:lvl3pPr>
            <a:lvl4pPr marL="1600200" indent="-228600" defTabSz="814388" eaLnBrk="0" hangingPunct="0">
              <a:defRPr sz="3400" b="1">
                <a:solidFill>
                  <a:schemeClr val="tx1"/>
                </a:solidFill>
                <a:latin typeface="Arial" panose="020B0604020202020204" pitchFamily="34" charset="0"/>
              </a:defRPr>
            </a:lvl4pPr>
            <a:lvl5pPr marL="2057400" indent="-228600" defTabSz="814388" eaLnBrk="0" hangingPunct="0">
              <a:defRPr sz="34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4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4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4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lnSpc>
                <a:spcPct val="90000"/>
              </a:lnSpc>
            </a:pPr>
            <a:r>
              <a:rPr lang="en-US" altLang="zh-CN" sz="2800" dirty="0">
                <a:solidFill>
                  <a:srgbClr val="708CA1"/>
                </a:solidFill>
                <a:ea typeface="宋体" panose="02010600030101010101" pitchFamily="2" charset="-122"/>
              </a:rPr>
              <a:t>ACL</a:t>
            </a:r>
            <a:r>
              <a:rPr lang="zh-CN" altLang="en-US" sz="2800" dirty="0">
                <a:solidFill>
                  <a:srgbClr val="708CA1"/>
                </a:solidFill>
                <a:ea typeface="宋体" panose="02010600030101010101" pitchFamily="2" charset="-122"/>
              </a:rPr>
              <a:t>的拓扑与流向</a:t>
            </a:r>
          </a:p>
        </p:txBody>
      </p:sp>
    </p:spTree>
    <p:extLst>
      <p:ext uri="{BB962C8B-B14F-4D97-AF65-F5344CB8AC3E}">
        <p14:creationId xmlns:p14="http://schemas.microsoft.com/office/powerpoint/2010/main" val="412743928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4">
            <a:extLst>
              <a:ext uri="{FF2B5EF4-FFF2-40B4-BE49-F238E27FC236}">
                <a16:creationId xmlns:a16="http://schemas.microsoft.com/office/drawing/2014/main" id="{38CD68B2-E5AF-4814-B17E-907EDA21EB4F}"/>
              </a:ext>
            </a:extLst>
          </p:cNvPr>
          <p:cNvPicPr>
            <a:picLocks noChangeAspect="1" noChangeArrowheads="1"/>
          </p:cNvPicPr>
          <p:nvPr/>
        </p:nvPicPr>
        <p:blipFill>
          <a:blip r:embed="rId3">
            <a:clrChange>
              <a:clrFrom>
                <a:srgbClr val="FCFDFD"/>
              </a:clrFrom>
              <a:clrTo>
                <a:srgbClr val="FCFDFD">
                  <a:alpha val="0"/>
                </a:srgbClr>
              </a:clrTo>
            </a:clrChange>
            <a:extLst>
              <a:ext uri="{28A0092B-C50C-407E-A947-70E740481C1C}">
                <a14:useLocalDpi xmlns:a14="http://schemas.microsoft.com/office/drawing/2010/main" val="0"/>
              </a:ext>
            </a:extLst>
          </a:blip>
          <a:srcRect/>
          <a:stretch>
            <a:fillRect/>
          </a:stretch>
        </p:blipFill>
        <p:spPr bwMode="auto">
          <a:xfrm>
            <a:off x="1066800" y="1889125"/>
            <a:ext cx="72390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
        <p:nvSpPr>
          <p:cNvPr id="23555" name="Rectangle 5">
            <a:extLst>
              <a:ext uri="{FF2B5EF4-FFF2-40B4-BE49-F238E27FC236}">
                <a16:creationId xmlns:a16="http://schemas.microsoft.com/office/drawing/2014/main" id="{1E24C036-8CA1-407B-B25E-2E0DA8153E1C}"/>
              </a:ext>
            </a:extLst>
          </p:cNvPr>
          <p:cNvSpPr>
            <a:spLocks noChangeArrowheads="1"/>
          </p:cNvSpPr>
          <p:nvPr/>
        </p:nvSpPr>
        <p:spPr bwMode="auto">
          <a:xfrm>
            <a:off x="481013" y="1147763"/>
            <a:ext cx="8016875" cy="590550"/>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124" tIns="41061" rIns="82124" bIns="41061"/>
          <a:lstStyle>
            <a:lvl1pPr marL="236538" indent="-236538" defTabSz="814388" eaLnBrk="0" hangingPunct="0">
              <a:defRPr sz="3400" b="1">
                <a:solidFill>
                  <a:schemeClr val="tx1"/>
                </a:solidFill>
                <a:latin typeface="Arial" panose="020B0604020202020204" pitchFamily="34" charset="0"/>
              </a:defRPr>
            </a:lvl1pPr>
            <a:lvl2pPr marL="742950" indent="-285750" defTabSz="814388" eaLnBrk="0" hangingPunct="0">
              <a:defRPr sz="3400" b="1">
                <a:solidFill>
                  <a:schemeClr val="tx1"/>
                </a:solidFill>
                <a:latin typeface="Arial" panose="020B0604020202020204" pitchFamily="34" charset="0"/>
              </a:defRPr>
            </a:lvl2pPr>
            <a:lvl3pPr marL="1143000" indent="-228600" defTabSz="814388" eaLnBrk="0" hangingPunct="0">
              <a:defRPr sz="3400" b="1">
                <a:solidFill>
                  <a:schemeClr val="tx1"/>
                </a:solidFill>
                <a:latin typeface="Arial" panose="020B0604020202020204" pitchFamily="34" charset="0"/>
              </a:defRPr>
            </a:lvl3pPr>
            <a:lvl4pPr marL="1600200" indent="-228600" defTabSz="814388" eaLnBrk="0" hangingPunct="0">
              <a:defRPr sz="3400" b="1">
                <a:solidFill>
                  <a:schemeClr val="tx1"/>
                </a:solidFill>
                <a:latin typeface="Arial" panose="020B0604020202020204" pitchFamily="34" charset="0"/>
              </a:defRPr>
            </a:lvl4pPr>
            <a:lvl5pPr marL="2057400" indent="-228600" defTabSz="814388" eaLnBrk="0" hangingPunct="0">
              <a:defRPr sz="34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4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4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4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400" b="1">
                <a:solidFill>
                  <a:schemeClr val="tx1"/>
                </a:solidFill>
                <a:latin typeface="Arial" panose="020B0604020202020204" pitchFamily="34" charset="0"/>
              </a:defRPr>
            </a:lvl9pPr>
          </a:lstStyle>
          <a:p>
            <a:pPr>
              <a:lnSpc>
                <a:spcPct val="95000"/>
              </a:lnSpc>
              <a:spcBef>
                <a:spcPct val="50000"/>
              </a:spcBef>
              <a:buClr>
                <a:srgbClr val="708CA1"/>
              </a:buClr>
              <a:buFont typeface="Wingdings" panose="05000000000000000000" pitchFamily="2" charset="2"/>
              <a:buChar char="§"/>
            </a:pPr>
            <a:endParaRPr lang="zh-CN" altLang="en-US" sz="2400" b="0">
              <a:ea typeface="宋体" panose="02010600030101010101" pitchFamily="2" charset="-122"/>
            </a:endParaRPr>
          </a:p>
        </p:txBody>
      </p:sp>
      <p:sp>
        <p:nvSpPr>
          <p:cNvPr id="288774" name="Title 3">
            <a:extLst>
              <a:ext uri="{FF2B5EF4-FFF2-40B4-BE49-F238E27FC236}">
                <a16:creationId xmlns:a16="http://schemas.microsoft.com/office/drawing/2014/main" id="{DD5A0841-0094-43B5-8BCF-F4500636F4D7}"/>
              </a:ext>
            </a:extLst>
          </p:cNvPr>
          <p:cNvSpPr>
            <a:spLocks/>
          </p:cNvSpPr>
          <p:nvPr/>
        </p:nvSpPr>
        <p:spPr bwMode="auto">
          <a:xfrm>
            <a:off x="228600" y="914400"/>
            <a:ext cx="83439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lIns="82124" tIns="41061" rIns="82124" bIns="41061" anchor="b"/>
          <a:lstStyle>
            <a:lvl1pPr defTabSz="814388" eaLnBrk="0" hangingPunct="0">
              <a:defRPr sz="3400" b="1">
                <a:solidFill>
                  <a:schemeClr val="tx1"/>
                </a:solidFill>
                <a:latin typeface="Arial" panose="020B0604020202020204" pitchFamily="34" charset="0"/>
              </a:defRPr>
            </a:lvl1pPr>
            <a:lvl2pPr marL="742950" indent="-285750" defTabSz="814388" eaLnBrk="0" hangingPunct="0">
              <a:defRPr sz="3400" b="1">
                <a:solidFill>
                  <a:schemeClr val="tx1"/>
                </a:solidFill>
                <a:latin typeface="Arial" panose="020B0604020202020204" pitchFamily="34" charset="0"/>
              </a:defRPr>
            </a:lvl2pPr>
            <a:lvl3pPr marL="1143000" indent="-228600" defTabSz="814388" eaLnBrk="0" hangingPunct="0">
              <a:defRPr sz="3400" b="1">
                <a:solidFill>
                  <a:schemeClr val="tx1"/>
                </a:solidFill>
                <a:latin typeface="Arial" panose="020B0604020202020204" pitchFamily="34" charset="0"/>
              </a:defRPr>
            </a:lvl3pPr>
            <a:lvl4pPr marL="1600200" indent="-228600" defTabSz="814388" eaLnBrk="0" hangingPunct="0">
              <a:defRPr sz="3400" b="1">
                <a:solidFill>
                  <a:schemeClr val="tx1"/>
                </a:solidFill>
                <a:latin typeface="Arial" panose="020B0604020202020204" pitchFamily="34" charset="0"/>
              </a:defRPr>
            </a:lvl4pPr>
            <a:lvl5pPr marL="2057400" indent="-228600" defTabSz="814388" eaLnBrk="0" hangingPunct="0">
              <a:defRPr sz="34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4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4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4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lnSpc>
                <a:spcPct val="90000"/>
              </a:lnSpc>
            </a:pPr>
            <a:r>
              <a:rPr lang="en-US" altLang="zh-CN" sz="3200">
                <a:solidFill>
                  <a:srgbClr val="708CA1"/>
                </a:solidFill>
                <a:ea typeface="宋体" panose="02010600030101010101" pitchFamily="2" charset="-122"/>
              </a:rPr>
              <a:t>1</a:t>
            </a:r>
            <a:r>
              <a:rPr lang="zh-CN" altLang="en-US" sz="3200">
                <a:solidFill>
                  <a:srgbClr val="708CA1"/>
                </a:solidFill>
                <a:ea typeface="宋体" panose="02010600030101010101" pitchFamily="2" charset="-122"/>
              </a:rPr>
              <a:t>、 </a:t>
            </a:r>
            <a:r>
              <a:rPr lang="en-US" altLang="zh-CN" sz="3600" b="0">
                <a:solidFill>
                  <a:srgbClr val="708CA1"/>
                </a:solidFill>
                <a:effectLst>
                  <a:outerShdw blurRad="38100" dist="38100" dir="2700000" algn="tl">
                    <a:srgbClr val="C0C0C0"/>
                  </a:outerShdw>
                </a:effectLst>
                <a:ea typeface="宋体" panose="02010600030101010101" pitchFamily="2" charset="-122"/>
              </a:rPr>
              <a:t>ACL</a:t>
            </a:r>
            <a:r>
              <a:rPr lang="zh-CN" altLang="en-US" sz="3600" b="0">
                <a:solidFill>
                  <a:schemeClr val="accent2"/>
                </a:solidFill>
                <a:effectLst>
                  <a:outerShdw blurRad="38100" dist="38100" dir="2700000" algn="tl">
                    <a:srgbClr val="C0C0C0"/>
                  </a:outerShdw>
                </a:effectLst>
                <a:ea typeface="宋体" panose="02010600030101010101" pitchFamily="2" charset="-122"/>
              </a:rPr>
              <a:t>工作</a:t>
            </a:r>
            <a:r>
              <a:rPr lang="zh-CN" altLang="en-US" sz="3600" b="0">
                <a:solidFill>
                  <a:srgbClr val="708CA1"/>
                </a:solidFill>
                <a:effectLst>
                  <a:outerShdw blurRad="38100" dist="38100" dir="2700000" algn="tl">
                    <a:srgbClr val="C0C0C0"/>
                  </a:outerShdw>
                </a:effectLst>
                <a:ea typeface="宋体" panose="02010600030101010101" pitchFamily="2" charset="-122"/>
              </a:rPr>
              <a:t>过程</a:t>
            </a:r>
          </a:p>
        </p:txBody>
      </p:sp>
      <p:sp>
        <p:nvSpPr>
          <p:cNvPr id="288775" name="Rectangle 7">
            <a:extLst>
              <a:ext uri="{FF2B5EF4-FFF2-40B4-BE49-F238E27FC236}">
                <a16:creationId xmlns:a16="http://schemas.microsoft.com/office/drawing/2014/main" id="{0EE3A460-B6FA-4030-9F56-2E675F106B85}"/>
              </a:ext>
            </a:extLst>
          </p:cNvPr>
          <p:cNvSpPr>
            <a:spLocks noGrp="1" noChangeArrowheads="1"/>
          </p:cNvSpPr>
          <p:nvPr>
            <p:ph type="body" idx="1"/>
          </p:nvPr>
        </p:nvSpPr>
        <p:spPr>
          <a:xfrm>
            <a:off x="533400" y="1752600"/>
            <a:ext cx="8077200" cy="457200"/>
          </a:xfrm>
        </p:spPr>
        <p:txBody>
          <a:bodyPr/>
          <a:lstStyle/>
          <a:p>
            <a:r>
              <a:rPr lang="zh-CN" altLang="en-US" b="1">
                <a:solidFill>
                  <a:schemeClr val="accent2"/>
                </a:solidFill>
                <a:effectLst>
                  <a:outerShdw blurRad="38100" dist="38100" dir="2700000" algn="tl">
                    <a:srgbClr val="C0C0C0"/>
                  </a:outerShdw>
                </a:effectLst>
                <a:ea typeface="宋体" panose="02010600030101010101" pitchFamily="2" charset="-122"/>
              </a:rPr>
              <a:t>出站 </a:t>
            </a:r>
            <a:r>
              <a:rPr lang="en-US" altLang="zh-CN" b="1">
                <a:solidFill>
                  <a:schemeClr val="accent2"/>
                </a:solidFill>
                <a:effectLst>
                  <a:outerShdw blurRad="38100" dist="38100" dir="2700000" algn="tl">
                    <a:srgbClr val="C0C0C0"/>
                  </a:outerShdw>
                </a:effectLst>
                <a:ea typeface="宋体" panose="02010600030101010101" pitchFamily="2" charset="-122"/>
              </a:rPr>
              <a:t>ACL</a:t>
            </a:r>
            <a:endParaRPr lang="zh-CN" altLang="en-US" b="1">
              <a:solidFill>
                <a:schemeClr val="accent2"/>
              </a:solidFill>
              <a:effectLst>
                <a:outerShdw blurRad="38100" dist="38100" dir="2700000" algn="tl">
                  <a:srgbClr val="C0C0C0"/>
                </a:outerShdw>
              </a:effectLst>
              <a:ea typeface="宋体" panose="02010600030101010101" pitchFamily="2" charset="-122"/>
            </a:endParaRPr>
          </a:p>
        </p:txBody>
      </p:sp>
    </p:spTree>
    <p:extLst>
      <p:ext uri="{BB962C8B-B14F-4D97-AF65-F5344CB8AC3E}">
        <p14:creationId xmlns:p14="http://schemas.microsoft.com/office/powerpoint/2010/main" val="8914685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874FC918-39D5-4498-8A21-0A17BA562E13}"/>
              </a:ext>
            </a:extLst>
          </p:cNvPr>
          <p:cNvSpPr>
            <a:spLocks noGrp="1" noChangeAspect="1" noChangeArrowheads="1"/>
          </p:cNvSpPr>
          <p:nvPr>
            <p:ph type="title"/>
          </p:nvPr>
        </p:nvSpPr>
        <p:spPr>
          <a:xfrm>
            <a:off x="457200" y="990600"/>
            <a:ext cx="8343900" cy="609600"/>
          </a:xfrm>
        </p:spPr>
        <p:txBody>
          <a:bodyPr/>
          <a:lstStyle/>
          <a:p>
            <a:pPr eaLnBrk="1" hangingPunct="1"/>
            <a:r>
              <a:rPr lang="zh-CN" altLang="en-US" dirty="0">
                <a:ea typeface="宋体" panose="02010600030101010101" pitchFamily="2" charset="-122"/>
              </a:rPr>
              <a:t>编号 </a:t>
            </a:r>
            <a:r>
              <a:rPr lang="en-US" altLang="zh-CN" dirty="0">
                <a:ea typeface="宋体" panose="02010600030101010101" pitchFamily="2" charset="-122"/>
              </a:rPr>
              <a:t>IP ACL</a:t>
            </a:r>
            <a:r>
              <a:rPr lang="zh-CN" altLang="en-US" dirty="0">
                <a:ea typeface="宋体" panose="02010600030101010101" pitchFamily="2" charset="-122"/>
              </a:rPr>
              <a:t>－标准</a:t>
            </a:r>
          </a:p>
        </p:txBody>
      </p:sp>
      <p:sp>
        <p:nvSpPr>
          <p:cNvPr id="13318" name="Rectangle 6">
            <a:extLst>
              <a:ext uri="{FF2B5EF4-FFF2-40B4-BE49-F238E27FC236}">
                <a16:creationId xmlns:a16="http://schemas.microsoft.com/office/drawing/2014/main" id="{CC0904C2-0ECF-40E7-9F7F-FFA5A7B9C583}"/>
              </a:ext>
            </a:extLst>
          </p:cNvPr>
          <p:cNvSpPr>
            <a:spLocks noGrp="1" noChangeArrowheads="1"/>
          </p:cNvSpPr>
          <p:nvPr>
            <p:ph type="body" idx="1"/>
          </p:nvPr>
        </p:nvSpPr>
        <p:spPr>
          <a:xfrm>
            <a:off x="504825" y="1676400"/>
            <a:ext cx="8258175" cy="762000"/>
          </a:xfrm>
        </p:spPr>
        <p:txBody>
          <a:bodyPr/>
          <a:lstStyle/>
          <a:p>
            <a:pPr marL="609600" indent="-609600">
              <a:buFont typeface="Wingdings" panose="05000000000000000000" pitchFamily="2" charset="2"/>
              <a:buAutoNum type="romanUcPeriod"/>
            </a:pPr>
            <a:r>
              <a:rPr lang="zh-CN" altLang="en-US" sz="3200" b="1" u="sng">
                <a:effectLst>
                  <a:outerShdw blurRad="38100" dist="38100" dir="2700000" algn="tl">
                    <a:srgbClr val="C0C0C0"/>
                  </a:outerShdw>
                </a:effectLst>
                <a:ea typeface="宋体" panose="02010600030101010101" pitchFamily="2" charset="-122"/>
              </a:rPr>
              <a:t>标准</a:t>
            </a:r>
            <a:r>
              <a:rPr lang="en-US" altLang="zh-CN" sz="3200" b="1" u="sng">
                <a:effectLst>
                  <a:outerShdw blurRad="38100" dist="38100" dir="2700000" algn="tl">
                    <a:srgbClr val="C0C0C0"/>
                  </a:outerShdw>
                </a:effectLst>
                <a:ea typeface="宋体" panose="02010600030101010101" pitchFamily="2" charset="-122"/>
              </a:rPr>
              <a:t>ACL</a:t>
            </a:r>
            <a:r>
              <a:rPr lang="en-US" altLang="zh-CN" sz="3200" b="1">
                <a:effectLst>
                  <a:outerShdw blurRad="38100" dist="38100" dir="2700000" algn="tl">
                    <a:srgbClr val="C0C0C0"/>
                  </a:outerShdw>
                </a:effectLst>
                <a:ea typeface="宋体" panose="02010600030101010101" pitchFamily="2" charset="-122"/>
              </a:rPr>
              <a:t> </a:t>
            </a:r>
            <a:r>
              <a:rPr lang="zh-CN" altLang="en-US" sz="3200" b="1">
                <a:effectLst>
                  <a:outerShdw blurRad="38100" dist="38100" dir="2700000" algn="tl">
                    <a:srgbClr val="C0C0C0"/>
                  </a:outerShdw>
                </a:effectLst>
                <a:ea typeface="宋体" panose="02010600030101010101" pitchFamily="2" charset="-122"/>
              </a:rPr>
              <a:t>过滤</a:t>
            </a:r>
            <a:r>
              <a:rPr lang="en-US" altLang="zh-CN" sz="3200" b="1">
                <a:effectLst>
                  <a:outerShdw blurRad="38100" dist="38100" dir="2700000" algn="tl">
                    <a:srgbClr val="C0C0C0"/>
                  </a:outerShdw>
                </a:effectLst>
                <a:ea typeface="宋体" panose="02010600030101010101" pitchFamily="2" charset="-122"/>
              </a:rPr>
              <a:t>IP</a:t>
            </a:r>
            <a:r>
              <a:rPr lang="zh-CN" altLang="en-US" sz="3200" b="1">
                <a:effectLst>
                  <a:outerShdw blurRad="38100" dist="38100" dir="2700000" algn="tl">
                    <a:srgbClr val="C0C0C0"/>
                  </a:outerShdw>
                </a:effectLst>
                <a:ea typeface="宋体" panose="02010600030101010101" pitchFamily="2" charset="-122"/>
              </a:rPr>
              <a:t>包</a:t>
            </a:r>
            <a:r>
              <a:rPr lang="zh-CN" altLang="en-US" sz="3200" b="1">
                <a:solidFill>
                  <a:srgbClr val="FF0000"/>
                </a:solidFill>
                <a:effectLst>
                  <a:outerShdw blurRad="38100" dist="38100" dir="2700000" algn="tl">
                    <a:srgbClr val="C0C0C0"/>
                  </a:outerShdw>
                </a:effectLst>
                <a:ea typeface="宋体" panose="02010600030101010101" pitchFamily="2" charset="-122"/>
              </a:rPr>
              <a:t>仅仅</a:t>
            </a:r>
            <a:r>
              <a:rPr lang="zh-CN" altLang="en-US" sz="3200" b="1">
                <a:effectLst>
                  <a:outerShdw blurRad="38100" dist="38100" dir="2700000" algn="tl">
                    <a:srgbClr val="C0C0C0"/>
                  </a:outerShdw>
                </a:effectLst>
                <a:ea typeface="宋体" panose="02010600030101010101" pitchFamily="2" charset="-122"/>
              </a:rPr>
              <a:t>基于</a:t>
            </a:r>
            <a:r>
              <a:rPr lang="zh-CN" altLang="en-US" sz="3200" b="1">
                <a:solidFill>
                  <a:schemeClr val="accent2"/>
                </a:solidFill>
                <a:effectLst>
                  <a:outerShdw blurRad="38100" dist="38100" dir="2700000" algn="tl">
                    <a:srgbClr val="C0C0C0"/>
                  </a:outerShdw>
                </a:effectLst>
                <a:ea typeface="宋体" panose="02010600030101010101" pitchFamily="2" charset="-122"/>
              </a:rPr>
              <a:t>源</a:t>
            </a:r>
            <a:r>
              <a:rPr lang="en-US" altLang="zh-CN" sz="3200" b="1">
                <a:solidFill>
                  <a:schemeClr val="accent2"/>
                </a:solidFill>
                <a:effectLst>
                  <a:outerShdw blurRad="38100" dist="38100" dir="2700000" algn="tl">
                    <a:srgbClr val="C0C0C0"/>
                  </a:outerShdw>
                </a:effectLst>
                <a:ea typeface="宋体" panose="02010600030101010101" pitchFamily="2" charset="-122"/>
              </a:rPr>
              <a:t>IP</a:t>
            </a:r>
            <a:r>
              <a:rPr lang="zh-CN" altLang="en-US" sz="3200" b="1">
                <a:solidFill>
                  <a:schemeClr val="accent2"/>
                </a:solidFill>
                <a:effectLst>
                  <a:outerShdw blurRad="38100" dist="38100" dir="2700000" algn="tl">
                    <a:srgbClr val="C0C0C0"/>
                  </a:outerShdw>
                </a:effectLst>
                <a:ea typeface="宋体" panose="02010600030101010101" pitchFamily="2" charset="-122"/>
              </a:rPr>
              <a:t>地址</a:t>
            </a:r>
            <a:endParaRPr lang="zh-CN" altLang="en-US" sz="3200" b="1">
              <a:effectLst>
                <a:outerShdw blurRad="38100" dist="38100" dir="2700000" algn="tl">
                  <a:srgbClr val="C0C0C0"/>
                </a:outerShdw>
              </a:effectLst>
              <a:ea typeface="宋体" panose="02010600030101010101" pitchFamily="2" charset="-122"/>
            </a:endParaRPr>
          </a:p>
        </p:txBody>
      </p:sp>
      <p:sp>
        <p:nvSpPr>
          <p:cNvPr id="7" name="TextBox 6">
            <a:extLst>
              <a:ext uri="{FF2B5EF4-FFF2-40B4-BE49-F238E27FC236}">
                <a16:creationId xmlns:a16="http://schemas.microsoft.com/office/drawing/2014/main" id="{2338A8A7-92E7-4267-9ED6-A85DA5F2F0FD}"/>
              </a:ext>
            </a:extLst>
          </p:cNvPr>
          <p:cNvSpPr txBox="1">
            <a:spLocks noChangeArrowheads="1"/>
          </p:cNvSpPr>
          <p:nvPr/>
        </p:nvSpPr>
        <p:spPr bwMode="auto">
          <a:xfrm>
            <a:off x="533400" y="2971800"/>
            <a:ext cx="8305800" cy="787400"/>
          </a:xfrm>
          <a:prstGeom prst="rect">
            <a:avLst/>
          </a:prstGeom>
          <a:solidFill>
            <a:srgbClr val="D9D9D9"/>
          </a:solidFill>
          <a:ln w="38100">
            <a:solidFill>
              <a:srgbClr val="708CA1"/>
            </a:solidFill>
            <a:miter lim="800000"/>
            <a:headEnd/>
            <a:tailEnd/>
          </a:ln>
        </p:spPr>
        <p:txBody>
          <a:bodyPr>
            <a:spAutoFit/>
          </a:bodyPr>
          <a:lstStyle>
            <a:lvl1pPr eaLnBrk="0" hangingPunct="0">
              <a:defRPr sz="3000" b="1">
                <a:solidFill>
                  <a:schemeClr val="tx1"/>
                </a:solidFill>
                <a:latin typeface="Arial" charset="0"/>
              </a:defRPr>
            </a:lvl1pPr>
            <a:lvl2pPr marL="742950" indent="-285750" eaLnBrk="0" hangingPunct="0">
              <a:defRPr sz="3000" b="1">
                <a:solidFill>
                  <a:schemeClr val="tx1"/>
                </a:solidFill>
                <a:latin typeface="Arial" charset="0"/>
              </a:defRPr>
            </a:lvl2pPr>
            <a:lvl3pPr marL="1143000" indent="-228600" eaLnBrk="0" hangingPunct="0">
              <a:defRPr sz="3000" b="1">
                <a:solidFill>
                  <a:schemeClr val="tx1"/>
                </a:solidFill>
                <a:latin typeface="Arial" charset="0"/>
              </a:defRPr>
            </a:lvl3pPr>
            <a:lvl4pPr marL="1600200" indent="-228600" eaLnBrk="0" hangingPunct="0">
              <a:defRPr sz="3000" b="1">
                <a:solidFill>
                  <a:schemeClr val="tx1"/>
                </a:solidFill>
                <a:latin typeface="Arial" charset="0"/>
              </a:defRPr>
            </a:lvl4pPr>
            <a:lvl5pPr marL="2057400" indent="-228600" eaLnBrk="0" hangingPunct="0">
              <a:defRPr sz="3000" b="1">
                <a:solidFill>
                  <a:schemeClr val="tx1"/>
                </a:solidFill>
                <a:latin typeface="Arial" charset="0"/>
              </a:defRPr>
            </a:lvl5pPr>
            <a:lvl6pPr marL="2514600" indent="-228600" eaLnBrk="0" fontAlgn="base" hangingPunct="0">
              <a:spcBef>
                <a:spcPct val="0"/>
              </a:spcBef>
              <a:spcAft>
                <a:spcPct val="0"/>
              </a:spcAft>
              <a:defRPr sz="3000" b="1">
                <a:solidFill>
                  <a:schemeClr val="tx1"/>
                </a:solidFill>
                <a:latin typeface="Arial" charset="0"/>
              </a:defRPr>
            </a:lvl6pPr>
            <a:lvl7pPr marL="2971800" indent="-228600" eaLnBrk="0" fontAlgn="base" hangingPunct="0">
              <a:spcBef>
                <a:spcPct val="0"/>
              </a:spcBef>
              <a:spcAft>
                <a:spcPct val="0"/>
              </a:spcAft>
              <a:defRPr sz="3000" b="1">
                <a:solidFill>
                  <a:schemeClr val="tx1"/>
                </a:solidFill>
                <a:latin typeface="Arial" charset="0"/>
              </a:defRPr>
            </a:lvl7pPr>
            <a:lvl8pPr marL="3429000" indent="-228600" eaLnBrk="0" fontAlgn="base" hangingPunct="0">
              <a:spcBef>
                <a:spcPct val="0"/>
              </a:spcBef>
              <a:spcAft>
                <a:spcPct val="0"/>
              </a:spcAft>
              <a:defRPr sz="3000" b="1">
                <a:solidFill>
                  <a:schemeClr val="tx1"/>
                </a:solidFill>
                <a:latin typeface="Arial" charset="0"/>
              </a:defRPr>
            </a:lvl8pPr>
            <a:lvl9pPr marL="3886200" indent="-228600" eaLnBrk="0" fontAlgn="base" hangingPunct="0">
              <a:spcBef>
                <a:spcPct val="0"/>
              </a:spcBef>
              <a:spcAft>
                <a:spcPct val="0"/>
              </a:spcAft>
              <a:defRPr sz="3000" b="1">
                <a:solidFill>
                  <a:schemeClr val="tx1"/>
                </a:solidFill>
                <a:latin typeface="Arial" charset="0"/>
              </a:defRPr>
            </a:lvl9pPr>
          </a:lstStyle>
          <a:p>
            <a:pPr>
              <a:lnSpc>
                <a:spcPct val="90000"/>
              </a:lnSpc>
              <a:defRPr/>
            </a:pPr>
            <a:r>
              <a:rPr lang="en-US" altLang="zh-CN" sz="2400">
                <a:effectLst>
                  <a:outerShdw blurRad="38100" dist="38100" dir="2700000" algn="tl">
                    <a:srgbClr val="FFFFFF"/>
                  </a:outerShdw>
                </a:effectLst>
                <a:latin typeface="Courier New" pitchFamily="49" charset="0"/>
                <a:ea typeface="SimSun" pitchFamily="2" charset="-122"/>
                <a:cs typeface="Courier New" pitchFamily="49" charset="0"/>
              </a:rPr>
              <a:t>Router(config)# </a:t>
            </a:r>
            <a:r>
              <a:rPr lang="en-US" altLang="zh-CN" sz="2400">
                <a:solidFill>
                  <a:schemeClr val="accent2"/>
                </a:solidFill>
                <a:effectLst>
                  <a:outerShdw blurRad="38100" dist="38100" dir="2700000" algn="tl">
                    <a:srgbClr val="000000"/>
                  </a:outerShdw>
                </a:effectLst>
                <a:latin typeface="Courier New" pitchFamily="49" charset="0"/>
                <a:ea typeface="SimSun" pitchFamily="2" charset="-122"/>
                <a:cs typeface="Courier New" pitchFamily="49" charset="0"/>
              </a:rPr>
              <a:t>access-list</a:t>
            </a:r>
            <a:r>
              <a:rPr lang="en-US" altLang="zh-CN" sz="2400">
                <a:effectLst>
                  <a:outerShdw blurRad="38100" dist="38100" dir="2700000" algn="tl">
                    <a:srgbClr val="FFFFFF"/>
                  </a:outerShdw>
                </a:effectLst>
                <a:latin typeface="Courier New" pitchFamily="49" charset="0"/>
                <a:ea typeface="SimSun" pitchFamily="2" charset="-122"/>
                <a:cs typeface="Courier New" pitchFamily="49" charset="0"/>
              </a:rPr>
              <a:t> {</a:t>
            </a:r>
            <a:r>
              <a:rPr lang="en-US" altLang="zh-CN" sz="2400">
                <a:solidFill>
                  <a:schemeClr val="accent2"/>
                </a:solidFill>
                <a:effectLst>
                  <a:outerShdw blurRad="38100" dist="38100" dir="2700000" algn="tl">
                    <a:srgbClr val="000000"/>
                  </a:outerShdw>
                </a:effectLst>
                <a:latin typeface="Courier New" pitchFamily="49" charset="0"/>
                <a:ea typeface="SimSun" pitchFamily="2" charset="-122"/>
                <a:cs typeface="Courier New" pitchFamily="49" charset="0"/>
              </a:rPr>
              <a:t>1-99</a:t>
            </a:r>
            <a:r>
              <a:rPr lang="en-US" altLang="zh-CN" sz="2400">
                <a:effectLst>
                  <a:outerShdw blurRad="38100" dist="38100" dir="2700000" algn="tl">
                    <a:srgbClr val="FFFFFF"/>
                  </a:outerShdw>
                </a:effectLst>
                <a:latin typeface="Courier New" pitchFamily="49" charset="0"/>
                <a:ea typeface="SimSun" pitchFamily="2" charset="-122"/>
                <a:cs typeface="Courier New" pitchFamily="49" charset="0"/>
              </a:rPr>
              <a:t>} {permit | deny} </a:t>
            </a:r>
            <a:r>
              <a:rPr lang="en-US" altLang="zh-CN" sz="2400" i="1">
                <a:effectLst>
                  <a:outerShdw blurRad="38100" dist="38100" dir="2700000" algn="tl">
                    <a:srgbClr val="FFFFFF"/>
                  </a:outerShdw>
                </a:effectLst>
                <a:latin typeface="Courier New" pitchFamily="49" charset="0"/>
                <a:ea typeface="SimSun" pitchFamily="2" charset="-122"/>
                <a:cs typeface="Courier New" pitchFamily="49" charset="0"/>
              </a:rPr>
              <a:t>source-addr</a:t>
            </a:r>
            <a:r>
              <a:rPr lang="en-US" altLang="zh-CN" sz="2400">
                <a:effectLst>
                  <a:outerShdw blurRad="38100" dist="38100" dir="2700000" algn="tl">
                    <a:srgbClr val="FFFFFF"/>
                  </a:outerShdw>
                </a:effectLst>
                <a:latin typeface="Courier New" pitchFamily="49" charset="0"/>
                <a:ea typeface="SimSun" pitchFamily="2" charset="-122"/>
                <a:cs typeface="Courier New" pitchFamily="49" charset="0"/>
              </a:rPr>
              <a:t> [</a:t>
            </a:r>
            <a:r>
              <a:rPr lang="en-US" altLang="zh-CN" sz="2400" i="1">
                <a:effectLst>
                  <a:outerShdw blurRad="38100" dist="38100" dir="2700000" algn="tl">
                    <a:srgbClr val="FFFFFF"/>
                  </a:outerShdw>
                </a:effectLst>
                <a:latin typeface="Courier New" pitchFamily="49" charset="0"/>
                <a:ea typeface="SimSun" pitchFamily="2" charset="-122"/>
                <a:cs typeface="Courier New" pitchFamily="49" charset="0"/>
              </a:rPr>
              <a:t>source-mask</a:t>
            </a:r>
            <a:r>
              <a:rPr lang="en-US" altLang="zh-CN" sz="2400">
                <a:effectLst>
                  <a:outerShdw blurRad="38100" dist="38100" dir="2700000" algn="tl">
                    <a:srgbClr val="FFFFFF"/>
                  </a:outerShdw>
                </a:effectLst>
                <a:latin typeface="Courier New" pitchFamily="49" charset="0"/>
                <a:ea typeface="SimSun" pitchFamily="2" charset="-122"/>
                <a:cs typeface="Courier New" pitchFamily="49" charset="0"/>
              </a:rPr>
              <a:t>]</a:t>
            </a:r>
          </a:p>
        </p:txBody>
      </p:sp>
      <p:sp>
        <p:nvSpPr>
          <p:cNvPr id="5" name="TextBox 4">
            <a:extLst>
              <a:ext uri="{FF2B5EF4-FFF2-40B4-BE49-F238E27FC236}">
                <a16:creationId xmlns:a16="http://schemas.microsoft.com/office/drawing/2014/main" id="{8846CC8A-AA62-412A-A97F-8A7DB44C8CDE}"/>
              </a:ext>
            </a:extLst>
          </p:cNvPr>
          <p:cNvSpPr txBox="1">
            <a:spLocks noChangeArrowheads="1"/>
          </p:cNvSpPr>
          <p:nvPr/>
        </p:nvSpPr>
        <p:spPr bwMode="auto">
          <a:xfrm>
            <a:off x="546100" y="5080000"/>
            <a:ext cx="8229600" cy="787400"/>
          </a:xfrm>
          <a:prstGeom prst="rect">
            <a:avLst/>
          </a:prstGeom>
          <a:solidFill>
            <a:srgbClr val="D9D9D9"/>
          </a:solidFill>
          <a:ln w="38100" algn="ctr">
            <a:solidFill>
              <a:srgbClr val="708CA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3000" b="1">
                <a:solidFill>
                  <a:schemeClr val="tx1"/>
                </a:solidFill>
                <a:latin typeface="Arial" charset="0"/>
              </a:defRPr>
            </a:lvl1pPr>
            <a:lvl2pPr marL="742950" indent="-285750" eaLnBrk="0" hangingPunct="0">
              <a:defRPr sz="3000" b="1">
                <a:solidFill>
                  <a:schemeClr val="tx1"/>
                </a:solidFill>
                <a:latin typeface="Arial" charset="0"/>
              </a:defRPr>
            </a:lvl2pPr>
            <a:lvl3pPr marL="1143000" indent="-228600" eaLnBrk="0" hangingPunct="0">
              <a:defRPr sz="3000" b="1">
                <a:solidFill>
                  <a:schemeClr val="tx1"/>
                </a:solidFill>
                <a:latin typeface="Arial" charset="0"/>
              </a:defRPr>
            </a:lvl3pPr>
            <a:lvl4pPr marL="1600200" indent="-228600" eaLnBrk="0" hangingPunct="0">
              <a:defRPr sz="3000" b="1">
                <a:solidFill>
                  <a:schemeClr val="tx1"/>
                </a:solidFill>
                <a:latin typeface="Arial" charset="0"/>
              </a:defRPr>
            </a:lvl4pPr>
            <a:lvl5pPr marL="2057400" indent="-228600" eaLnBrk="0" hangingPunct="0">
              <a:defRPr sz="3000" b="1">
                <a:solidFill>
                  <a:schemeClr val="tx1"/>
                </a:solidFill>
                <a:latin typeface="Arial" charset="0"/>
              </a:defRPr>
            </a:lvl5pPr>
            <a:lvl6pPr marL="2514600" indent="-228600" eaLnBrk="0" fontAlgn="base" hangingPunct="0">
              <a:spcBef>
                <a:spcPct val="0"/>
              </a:spcBef>
              <a:spcAft>
                <a:spcPct val="0"/>
              </a:spcAft>
              <a:defRPr sz="3000" b="1">
                <a:solidFill>
                  <a:schemeClr val="tx1"/>
                </a:solidFill>
                <a:latin typeface="Arial" charset="0"/>
              </a:defRPr>
            </a:lvl6pPr>
            <a:lvl7pPr marL="2971800" indent="-228600" eaLnBrk="0" fontAlgn="base" hangingPunct="0">
              <a:spcBef>
                <a:spcPct val="0"/>
              </a:spcBef>
              <a:spcAft>
                <a:spcPct val="0"/>
              </a:spcAft>
              <a:defRPr sz="3000" b="1">
                <a:solidFill>
                  <a:schemeClr val="tx1"/>
                </a:solidFill>
                <a:latin typeface="Arial" charset="0"/>
              </a:defRPr>
            </a:lvl7pPr>
            <a:lvl8pPr marL="3429000" indent="-228600" eaLnBrk="0" fontAlgn="base" hangingPunct="0">
              <a:spcBef>
                <a:spcPct val="0"/>
              </a:spcBef>
              <a:spcAft>
                <a:spcPct val="0"/>
              </a:spcAft>
              <a:defRPr sz="3000" b="1">
                <a:solidFill>
                  <a:schemeClr val="tx1"/>
                </a:solidFill>
                <a:latin typeface="Arial" charset="0"/>
              </a:defRPr>
            </a:lvl8pPr>
            <a:lvl9pPr marL="3886200" indent="-228600" eaLnBrk="0" fontAlgn="base" hangingPunct="0">
              <a:spcBef>
                <a:spcPct val="0"/>
              </a:spcBef>
              <a:spcAft>
                <a:spcPct val="0"/>
              </a:spcAft>
              <a:defRPr sz="3000" b="1">
                <a:solidFill>
                  <a:schemeClr val="tx1"/>
                </a:solidFill>
                <a:latin typeface="Arial" charset="0"/>
              </a:defRPr>
            </a:lvl9pPr>
          </a:lstStyle>
          <a:p>
            <a:pPr>
              <a:lnSpc>
                <a:spcPct val="90000"/>
              </a:lnSpc>
              <a:defRPr/>
            </a:pPr>
            <a:r>
              <a:rPr lang="en-US" altLang="zh-CN" sz="2400">
                <a:effectLst>
                  <a:outerShdw blurRad="38100" dist="38100" dir="2700000" algn="tl">
                    <a:srgbClr val="FFFFFF"/>
                  </a:outerShdw>
                </a:effectLst>
                <a:latin typeface="Courier New" pitchFamily="49" charset="0"/>
                <a:ea typeface="SimSun" pitchFamily="2" charset="-122"/>
                <a:cs typeface="Courier New" pitchFamily="49" charset="0"/>
              </a:rPr>
              <a:t>Router(config-if)# ip </a:t>
            </a:r>
            <a:r>
              <a:rPr lang="en-US" altLang="zh-CN" sz="2400">
                <a:solidFill>
                  <a:schemeClr val="accent2"/>
                </a:solidFill>
                <a:effectLst>
                  <a:outerShdw blurRad="38100" dist="38100" dir="2700000" algn="tl">
                    <a:srgbClr val="000000"/>
                  </a:outerShdw>
                </a:effectLst>
                <a:latin typeface="Courier New" pitchFamily="49" charset="0"/>
                <a:ea typeface="SimSun" pitchFamily="2" charset="-122"/>
                <a:cs typeface="Courier New" pitchFamily="49" charset="0"/>
              </a:rPr>
              <a:t>access-group</a:t>
            </a:r>
            <a:r>
              <a:rPr lang="en-US" altLang="zh-CN" sz="2400">
                <a:effectLst>
                  <a:outerShdw blurRad="38100" dist="38100" dir="2700000" algn="tl">
                    <a:srgbClr val="FFFFFF"/>
                  </a:outerShdw>
                </a:effectLst>
                <a:latin typeface="Courier New" pitchFamily="49" charset="0"/>
                <a:ea typeface="SimSun" pitchFamily="2" charset="-122"/>
                <a:cs typeface="Courier New" pitchFamily="49" charset="0"/>
              </a:rPr>
              <a:t> number {in | out}</a:t>
            </a:r>
          </a:p>
        </p:txBody>
      </p:sp>
      <p:sp>
        <p:nvSpPr>
          <p:cNvPr id="13320" name="Rectangle 8">
            <a:extLst>
              <a:ext uri="{FF2B5EF4-FFF2-40B4-BE49-F238E27FC236}">
                <a16:creationId xmlns:a16="http://schemas.microsoft.com/office/drawing/2014/main" id="{777D5F97-4617-4F33-8992-49843FBDCAC7}"/>
              </a:ext>
            </a:extLst>
          </p:cNvPr>
          <p:cNvSpPr>
            <a:spLocks noChangeArrowheads="1"/>
          </p:cNvSpPr>
          <p:nvPr/>
        </p:nvSpPr>
        <p:spPr bwMode="auto">
          <a:xfrm>
            <a:off x="482600" y="4191000"/>
            <a:ext cx="8305800" cy="609600"/>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124" tIns="41061" rIns="82124" bIns="41061"/>
          <a:lstStyle/>
          <a:p>
            <a:pPr marL="609600" indent="-609600" defTabSz="814388" eaLnBrk="0" hangingPunct="0">
              <a:lnSpc>
                <a:spcPct val="95000"/>
              </a:lnSpc>
              <a:spcBef>
                <a:spcPct val="50000"/>
              </a:spcBef>
              <a:buClr>
                <a:srgbClr val="708CA1"/>
              </a:buClr>
              <a:buFont typeface="Wingdings" pitchFamily="2" charset="2"/>
              <a:buAutoNum type="romanUcPeriod" startAt="2"/>
              <a:defRPr/>
            </a:pPr>
            <a:r>
              <a:rPr lang="zh-CN" altLang="en-US" sz="3200">
                <a:effectLst>
                  <a:outerShdw blurRad="38100" dist="38100" dir="2700000" algn="tl">
                    <a:srgbClr val="C0C0C0"/>
                  </a:outerShdw>
                </a:effectLst>
                <a:latin typeface="Arial" charset="0"/>
              </a:rPr>
              <a:t>将</a:t>
            </a:r>
            <a:r>
              <a:rPr lang="en-US" altLang="zh-CN" sz="3200">
                <a:effectLst>
                  <a:outerShdw blurRad="38100" dist="38100" dir="2700000" algn="tl">
                    <a:srgbClr val="C0C0C0"/>
                  </a:outerShdw>
                </a:effectLst>
                <a:latin typeface="Arial" charset="0"/>
              </a:rPr>
              <a:t>ACL</a:t>
            </a:r>
            <a:r>
              <a:rPr lang="zh-CN" altLang="en-US" sz="3200">
                <a:solidFill>
                  <a:schemeClr val="accent2"/>
                </a:solidFill>
                <a:effectLst>
                  <a:outerShdw blurRad="38100" dist="38100" dir="2700000" algn="tl">
                    <a:srgbClr val="C0C0C0"/>
                  </a:outerShdw>
                </a:effectLst>
                <a:latin typeface="Arial" charset="0"/>
              </a:rPr>
              <a:t>应用</a:t>
            </a:r>
            <a:r>
              <a:rPr lang="zh-CN" altLang="en-US" sz="3200">
                <a:effectLst>
                  <a:outerShdw blurRad="38100" dist="38100" dir="2700000" algn="tl">
                    <a:srgbClr val="C0C0C0"/>
                  </a:outerShdw>
                </a:effectLst>
                <a:latin typeface="Arial" charset="0"/>
              </a:rPr>
              <a:t>到接口</a:t>
            </a:r>
          </a:p>
        </p:txBody>
      </p:sp>
      <p:sp>
        <p:nvSpPr>
          <p:cNvPr id="11271" name="Rectangle 2">
            <a:extLst>
              <a:ext uri="{FF2B5EF4-FFF2-40B4-BE49-F238E27FC236}">
                <a16:creationId xmlns:a16="http://schemas.microsoft.com/office/drawing/2014/main" id="{747EC1A3-32EE-4FD7-A48F-ED66A9D6D4EB}"/>
              </a:ext>
            </a:extLst>
          </p:cNvPr>
          <p:cNvSpPr>
            <a:spLocks noChangeArrowheads="1"/>
          </p:cNvSpPr>
          <p:nvPr/>
        </p:nvSpPr>
        <p:spPr bwMode="auto">
          <a:xfrm>
            <a:off x="495300" y="457200"/>
            <a:ext cx="83439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lIns="82124" tIns="41061" rIns="82124" bIns="41061" anchor="b"/>
          <a:lstStyle>
            <a:lvl1pPr defTabSz="814388" eaLnBrk="0" hangingPunct="0">
              <a:defRPr sz="3400" b="1">
                <a:solidFill>
                  <a:schemeClr val="tx1"/>
                </a:solidFill>
                <a:latin typeface="Arial" panose="020B0604020202020204" pitchFamily="34" charset="0"/>
              </a:defRPr>
            </a:lvl1pPr>
            <a:lvl2pPr marL="742950" indent="-285750" defTabSz="814388" eaLnBrk="0" hangingPunct="0">
              <a:defRPr sz="3400" b="1">
                <a:solidFill>
                  <a:schemeClr val="tx1"/>
                </a:solidFill>
                <a:latin typeface="Arial" panose="020B0604020202020204" pitchFamily="34" charset="0"/>
              </a:defRPr>
            </a:lvl2pPr>
            <a:lvl3pPr marL="1143000" indent="-228600" defTabSz="814388" eaLnBrk="0" hangingPunct="0">
              <a:defRPr sz="3400" b="1">
                <a:solidFill>
                  <a:schemeClr val="tx1"/>
                </a:solidFill>
                <a:latin typeface="Arial" panose="020B0604020202020204" pitchFamily="34" charset="0"/>
              </a:defRPr>
            </a:lvl3pPr>
            <a:lvl4pPr marL="1600200" indent="-228600" defTabSz="814388" eaLnBrk="0" hangingPunct="0">
              <a:defRPr sz="3400" b="1">
                <a:solidFill>
                  <a:schemeClr val="tx1"/>
                </a:solidFill>
                <a:latin typeface="Arial" panose="020B0604020202020204" pitchFamily="34" charset="0"/>
              </a:defRPr>
            </a:lvl4pPr>
            <a:lvl5pPr marL="2057400" indent="-228600" defTabSz="814388" eaLnBrk="0" hangingPunct="0">
              <a:defRPr sz="34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4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4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4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lnSpc>
                <a:spcPct val="90000"/>
              </a:lnSpc>
            </a:pPr>
            <a:r>
              <a:rPr lang="zh-CN" altLang="en-US" sz="3200" dirty="0">
                <a:solidFill>
                  <a:srgbClr val="708CA1"/>
                </a:solidFill>
                <a:ea typeface="宋体" panose="02010600030101010101" pitchFamily="2" charset="-122"/>
              </a:rPr>
              <a:t>标准和扩展 </a:t>
            </a:r>
            <a:r>
              <a:rPr lang="en-US" altLang="zh-CN" sz="3200" dirty="0">
                <a:solidFill>
                  <a:srgbClr val="708CA1"/>
                </a:solidFill>
                <a:ea typeface="宋体" panose="02010600030101010101" pitchFamily="2" charset="-122"/>
              </a:rPr>
              <a:t>IP ACL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320"/>
                                        </p:tgtEl>
                                        <p:attrNameLst>
                                          <p:attrName>style.visibility</p:attrName>
                                        </p:attrNameLst>
                                      </p:cBhvr>
                                      <p:to>
                                        <p:strVal val="visible"/>
                                      </p:to>
                                    </p:set>
                                    <p:animEffect transition="in" filter="wipe(up)">
                                      <p:cBhvr>
                                        <p:cTn id="7" dur="500"/>
                                        <p:tgtEl>
                                          <p:spTgt spid="13320"/>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up)">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32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0296517D-2BBC-4079-8172-82F30FD7015A}"/>
              </a:ext>
            </a:extLst>
          </p:cNvPr>
          <p:cNvSpPr>
            <a:spLocks noGrp="1" noChangeAspect="1" noChangeArrowheads="1"/>
          </p:cNvSpPr>
          <p:nvPr>
            <p:ph type="title" idx="4294967295"/>
          </p:nvPr>
        </p:nvSpPr>
        <p:spPr>
          <a:xfrm>
            <a:off x="495300" y="1009650"/>
            <a:ext cx="8343900" cy="609600"/>
          </a:xfrm>
        </p:spPr>
        <p:txBody>
          <a:bodyPr/>
          <a:lstStyle/>
          <a:p>
            <a:pPr eaLnBrk="1" hangingPunct="1"/>
            <a:r>
              <a:rPr lang="en-US" altLang="zh-CN">
                <a:ea typeface="宋体" panose="02010600030101010101" pitchFamily="2" charset="-122"/>
              </a:rPr>
              <a:t>2</a:t>
            </a:r>
            <a:r>
              <a:rPr lang="zh-CN" altLang="en-US">
                <a:ea typeface="宋体" panose="02010600030101010101" pitchFamily="2" charset="-122"/>
              </a:rPr>
              <a:t>、编号 </a:t>
            </a:r>
            <a:r>
              <a:rPr lang="en-US" altLang="zh-CN">
                <a:ea typeface="宋体" panose="02010600030101010101" pitchFamily="2" charset="-122"/>
              </a:rPr>
              <a:t>IP ACL</a:t>
            </a:r>
            <a:r>
              <a:rPr lang="zh-CN" altLang="en-US">
                <a:ea typeface="宋体" panose="02010600030101010101" pitchFamily="2" charset="-122"/>
              </a:rPr>
              <a:t>－扩展</a:t>
            </a:r>
          </a:p>
        </p:txBody>
      </p:sp>
      <p:sp>
        <p:nvSpPr>
          <p:cNvPr id="14339" name="Text Placeholder 7">
            <a:extLst>
              <a:ext uri="{FF2B5EF4-FFF2-40B4-BE49-F238E27FC236}">
                <a16:creationId xmlns:a16="http://schemas.microsoft.com/office/drawing/2014/main" id="{C5FB544D-88D6-4431-9646-F5383A720105}"/>
              </a:ext>
            </a:extLst>
          </p:cNvPr>
          <p:cNvSpPr>
            <a:spLocks noGrp="1"/>
          </p:cNvSpPr>
          <p:nvPr>
            <p:ph type="body" sz="half" idx="4294967295"/>
          </p:nvPr>
        </p:nvSpPr>
        <p:spPr>
          <a:xfrm>
            <a:off x="304800" y="1847850"/>
            <a:ext cx="8610600" cy="2362200"/>
          </a:xfrm>
        </p:spPr>
        <p:txBody>
          <a:bodyPr/>
          <a:lstStyle/>
          <a:p>
            <a:pPr marL="508000" indent="-508000">
              <a:defRPr/>
            </a:pPr>
            <a:r>
              <a:rPr lang="zh-CN" altLang="en-US" b="1" u="sng" dirty="0">
                <a:effectLst>
                  <a:outerShdw blurRad="38100" dist="38100" dir="2700000" algn="tl">
                    <a:srgbClr val="C0C0C0"/>
                  </a:outerShdw>
                </a:effectLst>
              </a:rPr>
              <a:t>扩展</a:t>
            </a:r>
            <a:r>
              <a:rPr lang="en-US" altLang="zh-CN" b="1" u="sng" dirty="0">
                <a:effectLst>
                  <a:outerShdw blurRad="38100" dist="38100" dir="2700000" algn="tl">
                    <a:srgbClr val="C0C0C0"/>
                  </a:outerShdw>
                </a:effectLst>
              </a:rPr>
              <a:t>ACLs</a:t>
            </a:r>
            <a:r>
              <a:rPr lang="en-US" altLang="zh-CN" b="1" dirty="0">
                <a:effectLst>
                  <a:outerShdw blurRad="38100" dist="38100" dir="2700000" algn="tl">
                    <a:srgbClr val="C0C0C0"/>
                  </a:outerShdw>
                </a:effectLst>
              </a:rPr>
              <a:t> </a:t>
            </a:r>
            <a:r>
              <a:rPr lang="zh-CN" altLang="en-US" b="1" dirty="0">
                <a:effectLst>
                  <a:outerShdw blurRad="38100" dist="38100" dir="2700000" algn="tl">
                    <a:srgbClr val="C0C0C0"/>
                  </a:outerShdw>
                </a:effectLst>
              </a:rPr>
              <a:t>过滤 </a:t>
            </a:r>
            <a:r>
              <a:rPr lang="en-US" altLang="zh-CN" b="1" dirty="0">
                <a:effectLst>
                  <a:outerShdw blurRad="38100" dist="38100" dir="2700000" algn="tl">
                    <a:srgbClr val="C0C0C0"/>
                  </a:outerShdw>
                </a:effectLst>
              </a:rPr>
              <a:t>IP </a:t>
            </a:r>
            <a:r>
              <a:rPr lang="zh-CN" altLang="en-US" b="1" dirty="0">
                <a:effectLst>
                  <a:outerShdw blurRad="38100" dist="38100" dir="2700000" algn="tl">
                    <a:srgbClr val="C0C0C0"/>
                  </a:outerShdw>
                </a:effectLst>
              </a:rPr>
              <a:t>包基于以下选项</a:t>
            </a:r>
            <a:r>
              <a:rPr lang="en-US" altLang="zh-CN" b="1" dirty="0">
                <a:effectLst>
                  <a:outerShdw blurRad="38100" dist="38100" dir="2700000" algn="tl">
                    <a:srgbClr val="C0C0C0"/>
                  </a:outerShdw>
                </a:effectLst>
              </a:rPr>
              <a:t>:</a:t>
            </a:r>
          </a:p>
          <a:p>
            <a:pPr marL="914400" lvl="1" indent="-457200">
              <a:buFontTx/>
              <a:buAutoNum type="romanUcPeriod"/>
              <a:defRPr/>
            </a:pPr>
            <a:r>
              <a:rPr lang="zh-CN" altLang="en-US" sz="2400" b="1" dirty="0">
                <a:solidFill>
                  <a:schemeClr val="accent2"/>
                </a:solidFill>
                <a:effectLst>
                  <a:outerShdw blurRad="38100" dist="38100" dir="2700000" algn="tl">
                    <a:srgbClr val="C0C0C0"/>
                  </a:outerShdw>
                </a:effectLst>
              </a:rPr>
              <a:t>源和目的</a:t>
            </a:r>
            <a:r>
              <a:rPr lang="en-US" altLang="zh-CN" sz="2400" b="1" dirty="0">
                <a:solidFill>
                  <a:schemeClr val="accent2"/>
                </a:solidFill>
                <a:effectLst>
                  <a:outerShdw blurRad="38100" dist="38100" dir="2700000" algn="tl">
                    <a:srgbClr val="C0C0C0"/>
                  </a:outerShdw>
                </a:effectLst>
              </a:rPr>
              <a:t>IP</a:t>
            </a:r>
            <a:r>
              <a:rPr lang="en-US" altLang="zh-CN" sz="2400" b="1" dirty="0">
                <a:effectLst>
                  <a:outerShdw blurRad="38100" dist="38100" dir="2700000" algn="tl">
                    <a:srgbClr val="C0C0C0"/>
                  </a:outerShdw>
                </a:effectLst>
              </a:rPr>
              <a:t> </a:t>
            </a:r>
            <a:r>
              <a:rPr lang="zh-CN" altLang="en-US" sz="2400" b="1" dirty="0">
                <a:effectLst>
                  <a:outerShdw blurRad="38100" dist="38100" dir="2700000" algn="tl">
                    <a:srgbClr val="C0C0C0"/>
                  </a:outerShdw>
                </a:effectLst>
              </a:rPr>
              <a:t>地址</a:t>
            </a:r>
          </a:p>
          <a:p>
            <a:pPr marL="914400" lvl="1" indent="-457200">
              <a:buFontTx/>
              <a:buAutoNum type="romanUcPeriod"/>
              <a:defRPr/>
            </a:pPr>
            <a:r>
              <a:rPr lang="zh-CN" altLang="en-US" sz="2400" b="1" dirty="0">
                <a:solidFill>
                  <a:schemeClr val="accent2"/>
                </a:solidFill>
                <a:effectLst>
                  <a:outerShdw blurRad="38100" dist="38100" dir="2700000" algn="tl">
                    <a:srgbClr val="C0C0C0"/>
                  </a:outerShdw>
                </a:effectLst>
              </a:rPr>
              <a:t>源和目的</a:t>
            </a:r>
            <a:r>
              <a:rPr lang="en-US" altLang="zh-CN" sz="2400" b="1" dirty="0">
                <a:solidFill>
                  <a:schemeClr val="accent2"/>
                </a:solidFill>
                <a:effectLst>
                  <a:outerShdw blurRad="38100" dist="38100" dir="2700000" algn="tl">
                    <a:srgbClr val="C0C0C0"/>
                  </a:outerShdw>
                </a:effectLst>
              </a:rPr>
              <a:t>IP</a:t>
            </a:r>
            <a:r>
              <a:rPr lang="en-US" altLang="zh-CN" sz="2400" b="1" dirty="0">
                <a:effectLst>
                  <a:outerShdw blurRad="38100" dist="38100" dir="2700000" algn="tl">
                    <a:srgbClr val="C0C0C0"/>
                  </a:outerShdw>
                </a:effectLst>
              </a:rPr>
              <a:t> TCP </a:t>
            </a:r>
            <a:r>
              <a:rPr lang="zh-CN" altLang="en-US" sz="2400" b="1" dirty="0">
                <a:effectLst>
                  <a:outerShdw blurRad="38100" dist="38100" dir="2700000" algn="tl">
                    <a:srgbClr val="C0C0C0"/>
                  </a:outerShdw>
                </a:effectLst>
              </a:rPr>
              <a:t>和</a:t>
            </a:r>
            <a:r>
              <a:rPr lang="en-US" altLang="zh-CN" sz="2400" b="1" dirty="0">
                <a:effectLst>
                  <a:outerShdw blurRad="38100" dist="38100" dir="2700000" algn="tl">
                    <a:srgbClr val="C0C0C0"/>
                  </a:outerShdw>
                </a:effectLst>
              </a:rPr>
              <a:t>UDP </a:t>
            </a:r>
            <a:r>
              <a:rPr lang="zh-CN" altLang="en-US" sz="2400" b="1" dirty="0">
                <a:solidFill>
                  <a:schemeClr val="accent2"/>
                </a:solidFill>
                <a:effectLst>
                  <a:outerShdw blurRad="38100" dist="38100" dir="2700000" algn="tl">
                    <a:srgbClr val="C0C0C0"/>
                  </a:outerShdw>
                </a:effectLst>
              </a:rPr>
              <a:t>端口号</a:t>
            </a:r>
          </a:p>
          <a:p>
            <a:pPr marL="914400" lvl="1" indent="-457200">
              <a:buFontTx/>
              <a:buAutoNum type="romanUcPeriod"/>
              <a:defRPr/>
            </a:pPr>
            <a:r>
              <a:rPr lang="zh-CN" altLang="en-US" sz="2400" b="1" dirty="0">
                <a:solidFill>
                  <a:schemeClr val="accent2"/>
                </a:solidFill>
                <a:effectLst>
                  <a:outerShdw blurRad="38100" dist="38100" dir="2700000" algn="tl">
                    <a:srgbClr val="C0C0C0"/>
                  </a:outerShdw>
                </a:effectLst>
              </a:rPr>
              <a:t>协议类型</a:t>
            </a:r>
            <a:r>
              <a:rPr lang="zh-CN" altLang="en-US" sz="2400" b="1" dirty="0">
                <a:effectLst>
                  <a:outerShdw blurRad="38100" dist="38100" dir="2700000" algn="tl">
                    <a:srgbClr val="C0C0C0"/>
                  </a:outerShdw>
                </a:effectLst>
              </a:rPr>
              <a:t> </a:t>
            </a:r>
            <a:r>
              <a:rPr lang="en-US" altLang="zh-CN" sz="2400" b="1" dirty="0">
                <a:effectLst>
                  <a:outerShdw blurRad="38100" dist="38100" dir="2700000" algn="tl">
                    <a:srgbClr val="C0C0C0"/>
                  </a:outerShdw>
                </a:effectLst>
              </a:rPr>
              <a:t>(IP, ICMP, UDP, TCP, </a:t>
            </a:r>
            <a:r>
              <a:rPr lang="zh-CN" altLang="en-US" sz="2400" b="1" dirty="0">
                <a:effectLst>
                  <a:outerShdw blurRad="38100" dist="38100" dir="2700000" algn="tl">
                    <a:srgbClr val="C0C0C0"/>
                  </a:outerShdw>
                </a:effectLst>
              </a:rPr>
              <a:t>或协议号</a:t>
            </a:r>
            <a:r>
              <a:rPr lang="en-US" altLang="zh-CN" sz="2400" b="1" dirty="0">
                <a:effectLst>
                  <a:outerShdw blurRad="38100" dist="38100" dir="2700000" algn="tl">
                    <a:srgbClr val="C0C0C0"/>
                  </a:outerShdw>
                </a:effectLst>
              </a:rPr>
              <a:t>)</a:t>
            </a:r>
          </a:p>
        </p:txBody>
      </p:sp>
      <p:sp>
        <p:nvSpPr>
          <p:cNvPr id="7" name="TextBox 6">
            <a:extLst>
              <a:ext uri="{FF2B5EF4-FFF2-40B4-BE49-F238E27FC236}">
                <a16:creationId xmlns:a16="http://schemas.microsoft.com/office/drawing/2014/main" id="{3F1E6C8A-A981-4DCF-ADEB-552AF37F9EBA}"/>
              </a:ext>
            </a:extLst>
          </p:cNvPr>
          <p:cNvSpPr txBox="1">
            <a:spLocks noChangeArrowheads="1"/>
          </p:cNvSpPr>
          <p:nvPr/>
        </p:nvSpPr>
        <p:spPr bwMode="auto">
          <a:xfrm>
            <a:off x="457200" y="4362450"/>
            <a:ext cx="8382000" cy="1200150"/>
          </a:xfrm>
          <a:prstGeom prst="rect">
            <a:avLst/>
          </a:prstGeom>
          <a:solidFill>
            <a:srgbClr val="D9D9D9"/>
          </a:solidFill>
          <a:ln w="9525">
            <a:solidFill>
              <a:srgbClr val="708CA1"/>
            </a:solidFill>
            <a:miter lim="800000"/>
            <a:headEnd/>
            <a:tailEnd/>
          </a:ln>
        </p:spPr>
        <p:txBody>
          <a:bodyPr>
            <a:spAutoFit/>
          </a:bodyPr>
          <a:lstStyle>
            <a:lvl1pPr eaLnBrk="0" hangingPunct="0">
              <a:defRPr sz="3000" b="1">
                <a:solidFill>
                  <a:schemeClr val="tx1"/>
                </a:solidFill>
                <a:latin typeface="Arial" charset="0"/>
              </a:defRPr>
            </a:lvl1pPr>
            <a:lvl2pPr marL="742950" indent="-285750" eaLnBrk="0" hangingPunct="0">
              <a:defRPr sz="3000" b="1">
                <a:solidFill>
                  <a:schemeClr val="tx1"/>
                </a:solidFill>
                <a:latin typeface="Arial" charset="0"/>
              </a:defRPr>
            </a:lvl2pPr>
            <a:lvl3pPr marL="1143000" indent="-228600" eaLnBrk="0" hangingPunct="0">
              <a:defRPr sz="3000" b="1">
                <a:solidFill>
                  <a:schemeClr val="tx1"/>
                </a:solidFill>
                <a:latin typeface="Arial" charset="0"/>
              </a:defRPr>
            </a:lvl3pPr>
            <a:lvl4pPr marL="1600200" indent="-228600" eaLnBrk="0" hangingPunct="0">
              <a:defRPr sz="3000" b="1">
                <a:solidFill>
                  <a:schemeClr val="tx1"/>
                </a:solidFill>
                <a:latin typeface="Arial" charset="0"/>
              </a:defRPr>
            </a:lvl4pPr>
            <a:lvl5pPr marL="2057400" indent="-228600" eaLnBrk="0" hangingPunct="0">
              <a:defRPr sz="3000" b="1">
                <a:solidFill>
                  <a:schemeClr val="tx1"/>
                </a:solidFill>
                <a:latin typeface="Arial" charset="0"/>
              </a:defRPr>
            </a:lvl5pPr>
            <a:lvl6pPr marL="2514600" indent="-228600" eaLnBrk="0" fontAlgn="base" hangingPunct="0">
              <a:spcBef>
                <a:spcPct val="0"/>
              </a:spcBef>
              <a:spcAft>
                <a:spcPct val="0"/>
              </a:spcAft>
              <a:defRPr sz="3000" b="1">
                <a:solidFill>
                  <a:schemeClr val="tx1"/>
                </a:solidFill>
                <a:latin typeface="Arial" charset="0"/>
              </a:defRPr>
            </a:lvl6pPr>
            <a:lvl7pPr marL="2971800" indent="-228600" eaLnBrk="0" fontAlgn="base" hangingPunct="0">
              <a:spcBef>
                <a:spcPct val="0"/>
              </a:spcBef>
              <a:spcAft>
                <a:spcPct val="0"/>
              </a:spcAft>
              <a:defRPr sz="3000" b="1">
                <a:solidFill>
                  <a:schemeClr val="tx1"/>
                </a:solidFill>
                <a:latin typeface="Arial" charset="0"/>
              </a:defRPr>
            </a:lvl7pPr>
            <a:lvl8pPr marL="3429000" indent="-228600" eaLnBrk="0" fontAlgn="base" hangingPunct="0">
              <a:spcBef>
                <a:spcPct val="0"/>
              </a:spcBef>
              <a:spcAft>
                <a:spcPct val="0"/>
              </a:spcAft>
              <a:defRPr sz="3000" b="1">
                <a:solidFill>
                  <a:schemeClr val="tx1"/>
                </a:solidFill>
                <a:latin typeface="Arial" charset="0"/>
              </a:defRPr>
            </a:lvl8pPr>
            <a:lvl9pPr marL="3886200" indent="-228600" eaLnBrk="0" fontAlgn="base" hangingPunct="0">
              <a:spcBef>
                <a:spcPct val="0"/>
              </a:spcBef>
              <a:spcAft>
                <a:spcPct val="0"/>
              </a:spcAft>
              <a:defRPr sz="3000" b="1">
                <a:solidFill>
                  <a:schemeClr val="tx1"/>
                </a:solidFill>
                <a:latin typeface="Arial" charset="0"/>
              </a:defRPr>
            </a:lvl9pPr>
          </a:lstStyle>
          <a:p>
            <a:pPr>
              <a:lnSpc>
                <a:spcPct val="90000"/>
              </a:lnSpc>
              <a:defRPr/>
            </a:pPr>
            <a:r>
              <a:rPr lang="en-US" altLang="zh-CN" sz="2000" dirty="0">
                <a:effectLst>
                  <a:outerShdw blurRad="38100" dist="38100" dir="2700000" algn="tl">
                    <a:srgbClr val="FFFFFF"/>
                  </a:outerShdw>
                </a:effectLst>
                <a:latin typeface="Courier New" pitchFamily="49" charset="0"/>
                <a:ea typeface="SimSun" pitchFamily="2" charset="-122"/>
                <a:cs typeface="Courier New" pitchFamily="49" charset="0"/>
              </a:rPr>
              <a:t>Router(config)# access-list {100-199} {permit | deny} protocol </a:t>
            </a:r>
            <a:r>
              <a:rPr lang="en-US" altLang="zh-CN" sz="2000" i="1" dirty="0">
                <a:effectLst>
                  <a:outerShdw blurRad="38100" dist="38100" dir="2700000" algn="tl">
                    <a:srgbClr val="FFFFFF"/>
                  </a:outerShdw>
                </a:effectLst>
                <a:latin typeface="Courier New" pitchFamily="49" charset="0"/>
                <a:ea typeface="SimSun" pitchFamily="2" charset="-122"/>
                <a:cs typeface="Courier New" pitchFamily="49" charset="0"/>
              </a:rPr>
              <a:t>source-</a:t>
            </a:r>
            <a:r>
              <a:rPr lang="en-US" altLang="zh-CN" sz="2000" i="1" dirty="0" err="1">
                <a:effectLst>
                  <a:outerShdw blurRad="38100" dist="38100" dir="2700000" algn="tl">
                    <a:srgbClr val="FFFFFF"/>
                  </a:outerShdw>
                </a:effectLst>
                <a:latin typeface="Courier New" pitchFamily="49" charset="0"/>
                <a:ea typeface="SimSun" pitchFamily="2" charset="-122"/>
                <a:cs typeface="Courier New" pitchFamily="49" charset="0"/>
              </a:rPr>
              <a:t>addr</a:t>
            </a:r>
            <a:r>
              <a:rPr lang="en-US" altLang="zh-CN" sz="2000" dirty="0">
                <a:effectLst>
                  <a:outerShdw blurRad="38100" dist="38100" dir="2700000" algn="tl">
                    <a:srgbClr val="FFFFFF"/>
                  </a:outerShdw>
                </a:effectLst>
                <a:latin typeface="Courier New" pitchFamily="49" charset="0"/>
                <a:ea typeface="SimSun" pitchFamily="2" charset="-122"/>
                <a:cs typeface="Courier New" pitchFamily="49" charset="0"/>
              </a:rPr>
              <a:t> [</a:t>
            </a:r>
            <a:r>
              <a:rPr lang="en-US" altLang="zh-CN" sz="2000" i="1" dirty="0">
                <a:effectLst>
                  <a:outerShdw blurRad="38100" dist="38100" dir="2700000" algn="tl">
                    <a:srgbClr val="FFFFFF"/>
                  </a:outerShdw>
                </a:effectLst>
                <a:latin typeface="Courier New" pitchFamily="49" charset="0"/>
                <a:ea typeface="SimSun" pitchFamily="2" charset="-122"/>
                <a:cs typeface="Courier New" pitchFamily="49" charset="0"/>
              </a:rPr>
              <a:t>source-mask</a:t>
            </a:r>
            <a:r>
              <a:rPr lang="en-US" altLang="zh-CN" sz="2000" dirty="0">
                <a:effectLst>
                  <a:outerShdw blurRad="38100" dist="38100" dir="2700000" algn="tl">
                    <a:srgbClr val="FFFFFF"/>
                  </a:outerShdw>
                </a:effectLst>
                <a:latin typeface="Courier New" pitchFamily="49" charset="0"/>
                <a:ea typeface="SimSun" pitchFamily="2" charset="-122"/>
                <a:cs typeface="Courier New" pitchFamily="49" charset="0"/>
              </a:rPr>
              <a:t>] [operator operand] </a:t>
            </a:r>
            <a:r>
              <a:rPr lang="en-US" altLang="zh-CN" sz="2000" i="1" dirty="0">
                <a:effectLst>
                  <a:outerShdw blurRad="38100" dist="38100" dir="2700000" algn="tl">
                    <a:srgbClr val="FFFFFF"/>
                  </a:outerShdw>
                </a:effectLst>
                <a:latin typeface="Courier New" pitchFamily="49" charset="0"/>
                <a:ea typeface="SimSun" pitchFamily="2" charset="-122"/>
                <a:cs typeface="Courier New" pitchFamily="49" charset="0"/>
              </a:rPr>
              <a:t>destination-</a:t>
            </a:r>
            <a:r>
              <a:rPr lang="en-US" altLang="zh-CN" sz="2000" i="1" dirty="0" err="1">
                <a:effectLst>
                  <a:outerShdw blurRad="38100" dist="38100" dir="2700000" algn="tl">
                    <a:srgbClr val="FFFFFF"/>
                  </a:outerShdw>
                </a:effectLst>
                <a:latin typeface="Courier New" pitchFamily="49" charset="0"/>
                <a:ea typeface="SimSun" pitchFamily="2" charset="-122"/>
                <a:cs typeface="Courier New" pitchFamily="49" charset="0"/>
              </a:rPr>
              <a:t>addr</a:t>
            </a:r>
            <a:r>
              <a:rPr lang="en-US" altLang="zh-CN" sz="2000" dirty="0">
                <a:effectLst>
                  <a:outerShdw blurRad="38100" dist="38100" dir="2700000" algn="tl">
                    <a:srgbClr val="FFFFFF"/>
                  </a:outerShdw>
                </a:effectLst>
                <a:latin typeface="Courier New" pitchFamily="49" charset="0"/>
                <a:ea typeface="SimSun" pitchFamily="2" charset="-122"/>
                <a:cs typeface="Courier New" pitchFamily="49" charset="0"/>
              </a:rPr>
              <a:t> [destination-mask] [operator operand] [established]</a:t>
            </a:r>
          </a:p>
        </p:txBody>
      </p:sp>
      <p:sp>
        <p:nvSpPr>
          <p:cNvPr id="12293" name="Rectangle 2">
            <a:extLst>
              <a:ext uri="{FF2B5EF4-FFF2-40B4-BE49-F238E27FC236}">
                <a16:creationId xmlns:a16="http://schemas.microsoft.com/office/drawing/2014/main" id="{9A39A413-6A71-4F28-820D-70F380D62F2B}"/>
              </a:ext>
            </a:extLst>
          </p:cNvPr>
          <p:cNvSpPr>
            <a:spLocks noChangeArrowheads="1"/>
          </p:cNvSpPr>
          <p:nvPr/>
        </p:nvSpPr>
        <p:spPr bwMode="auto">
          <a:xfrm>
            <a:off x="495300" y="457200"/>
            <a:ext cx="83439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lIns="82124" tIns="41061" rIns="82124" bIns="41061" anchor="b"/>
          <a:lstStyle>
            <a:lvl1pPr defTabSz="814388" eaLnBrk="0" hangingPunct="0">
              <a:defRPr sz="3400" b="1">
                <a:solidFill>
                  <a:schemeClr val="tx1"/>
                </a:solidFill>
                <a:latin typeface="Arial" panose="020B0604020202020204" pitchFamily="34" charset="0"/>
              </a:defRPr>
            </a:lvl1pPr>
            <a:lvl2pPr marL="742950" indent="-285750" defTabSz="814388" eaLnBrk="0" hangingPunct="0">
              <a:defRPr sz="3400" b="1">
                <a:solidFill>
                  <a:schemeClr val="tx1"/>
                </a:solidFill>
                <a:latin typeface="Arial" panose="020B0604020202020204" pitchFamily="34" charset="0"/>
              </a:defRPr>
            </a:lvl2pPr>
            <a:lvl3pPr marL="1143000" indent="-228600" defTabSz="814388" eaLnBrk="0" hangingPunct="0">
              <a:defRPr sz="3400" b="1">
                <a:solidFill>
                  <a:schemeClr val="tx1"/>
                </a:solidFill>
                <a:latin typeface="Arial" panose="020B0604020202020204" pitchFamily="34" charset="0"/>
              </a:defRPr>
            </a:lvl3pPr>
            <a:lvl4pPr marL="1600200" indent="-228600" defTabSz="814388" eaLnBrk="0" hangingPunct="0">
              <a:defRPr sz="3400" b="1">
                <a:solidFill>
                  <a:schemeClr val="tx1"/>
                </a:solidFill>
                <a:latin typeface="Arial" panose="020B0604020202020204" pitchFamily="34" charset="0"/>
              </a:defRPr>
            </a:lvl4pPr>
            <a:lvl5pPr marL="2057400" indent="-228600" defTabSz="814388" eaLnBrk="0" hangingPunct="0">
              <a:defRPr sz="34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4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4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4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lnSpc>
                <a:spcPct val="90000"/>
              </a:lnSpc>
            </a:pPr>
            <a:r>
              <a:rPr lang="zh-CN" altLang="en-US" sz="3200" dirty="0">
                <a:solidFill>
                  <a:srgbClr val="708CA1"/>
                </a:solidFill>
                <a:ea typeface="宋体" panose="02010600030101010101" pitchFamily="2" charset="-122"/>
              </a:rPr>
              <a:t>标准和扩展 </a:t>
            </a:r>
            <a:r>
              <a:rPr lang="en-US" altLang="zh-CN" sz="3200" dirty="0">
                <a:solidFill>
                  <a:srgbClr val="708CA1"/>
                </a:solidFill>
                <a:ea typeface="宋体" panose="02010600030101010101" pitchFamily="2" charset="-122"/>
              </a:rPr>
              <a:t>IP ACL</a:t>
            </a:r>
          </a:p>
        </p:txBody>
      </p:sp>
      <p:sp>
        <p:nvSpPr>
          <p:cNvPr id="2" name="文本框 1">
            <a:extLst>
              <a:ext uri="{FF2B5EF4-FFF2-40B4-BE49-F238E27FC236}">
                <a16:creationId xmlns:a16="http://schemas.microsoft.com/office/drawing/2014/main" id="{F33FD3CB-2A85-4448-BD52-9764D7CB2A4B}"/>
              </a:ext>
            </a:extLst>
          </p:cNvPr>
          <p:cNvSpPr txBox="1"/>
          <p:nvPr/>
        </p:nvSpPr>
        <p:spPr>
          <a:xfrm>
            <a:off x="388077" y="5848350"/>
            <a:ext cx="7981672" cy="923330"/>
          </a:xfrm>
          <a:prstGeom prst="rect">
            <a:avLst/>
          </a:prstGeom>
          <a:noFill/>
        </p:spPr>
        <p:txBody>
          <a:bodyPr wrap="none" rtlCol="0">
            <a:spAutoFit/>
          </a:bodyPr>
          <a:lstStyle/>
          <a:p>
            <a:r>
              <a:rPr lang="en-US" altLang="zh-CN" sz="2000" dirty="0">
                <a:effectLst>
                  <a:outerShdw blurRad="38100" dist="38100" dir="2700000" algn="tl">
                    <a:srgbClr val="FFFFFF"/>
                  </a:outerShdw>
                </a:effectLst>
                <a:latin typeface="Courier New" pitchFamily="49" charset="0"/>
                <a:ea typeface="SimSun" pitchFamily="2" charset="-122"/>
                <a:cs typeface="Courier New" pitchFamily="49" charset="0"/>
              </a:rPr>
              <a:t>[operator operand] it</a:t>
            </a:r>
            <a:r>
              <a:rPr lang="zh-CN" altLang="en-US" sz="2000" dirty="0">
                <a:effectLst>
                  <a:outerShdw blurRad="38100" dist="38100" dir="2700000" algn="tl">
                    <a:srgbClr val="FFFFFF"/>
                  </a:outerShdw>
                </a:effectLst>
                <a:latin typeface="Courier New" pitchFamily="49" charset="0"/>
                <a:ea typeface="SimSun" pitchFamily="2" charset="-122"/>
                <a:cs typeface="Courier New" pitchFamily="49" charset="0"/>
              </a:rPr>
              <a:t>，</a:t>
            </a:r>
            <a:r>
              <a:rPr lang="en-US" altLang="zh-CN" sz="2000" dirty="0" err="1">
                <a:effectLst>
                  <a:outerShdw blurRad="38100" dist="38100" dir="2700000" algn="tl">
                    <a:srgbClr val="FFFFFF"/>
                  </a:outerShdw>
                </a:effectLst>
                <a:latin typeface="Courier New" pitchFamily="49" charset="0"/>
                <a:ea typeface="SimSun" pitchFamily="2" charset="-122"/>
                <a:cs typeface="Courier New" pitchFamily="49" charset="0"/>
              </a:rPr>
              <a:t>gt,eq,neq</a:t>
            </a:r>
            <a:r>
              <a:rPr lang="en-US" altLang="zh-CN" sz="2000" dirty="0">
                <a:effectLst>
                  <a:outerShdw blurRad="38100" dist="38100" dir="2700000" algn="tl">
                    <a:srgbClr val="FFFFFF"/>
                  </a:outerShdw>
                </a:effectLst>
                <a:latin typeface="Courier New" pitchFamily="49" charset="0"/>
                <a:ea typeface="SimSun" pitchFamily="2" charset="-122"/>
                <a:cs typeface="Courier New" pitchFamily="49" charset="0"/>
              </a:rPr>
              <a:t> </a:t>
            </a:r>
            <a:r>
              <a:rPr lang="zh-CN" altLang="en-US" sz="2000" dirty="0">
                <a:effectLst>
                  <a:outerShdw blurRad="38100" dist="38100" dir="2700000" algn="tl">
                    <a:srgbClr val="FFFFFF"/>
                  </a:outerShdw>
                </a:effectLst>
                <a:latin typeface="Courier New" pitchFamily="49" charset="0"/>
                <a:ea typeface="SimSun" pitchFamily="2" charset="-122"/>
                <a:cs typeface="Courier New" pitchFamily="49" charset="0"/>
              </a:rPr>
              <a:t>小于 大于 等于 不等于</a:t>
            </a:r>
            <a:endParaRPr lang="en-US" altLang="zh-CN" sz="2000" dirty="0">
              <a:effectLst>
                <a:outerShdw blurRad="38100" dist="38100" dir="2700000" algn="tl">
                  <a:srgbClr val="FFFFFF"/>
                </a:outerShdw>
              </a:effectLst>
              <a:latin typeface="Courier New" pitchFamily="49" charset="0"/>
              <a:ea typeface="SimSun" pitchFamily="2" charset="-122"/>
              <a:cs typeface="Courier New" pitchFamily="49" charset="0"/>
            </a:endParaRPr>
          </a:p>
          <a:p>
            <a:r>
              <a:rPr lang="zh-CN" altLang="en-US" sz="2000" dirty="0">
                <a:effectLst>
                  <a:outerShdw blurRad="38100" dist="38100" dir="2700000" algn="tl">
                    <a:srgbClr val="FFFFFF"/>
                  </a:outerShdw>
                </a:effectLst>
                <a:latin typeface="Courier New" pitchFamily="49" charset="0"/>
                <a:ea typeface="SimSun" pitchFamily="2" charset="-122"/>
                <a:cs typeface="Courier New" pitchFamily="49" charset="0"/>
              </a:rPr>
              <a:t>端口号或名称</a:t>
            </a:r>
            <a:endParaRPr lang="en-US" altLang="zh-CN" sz="2000" dirty="0">
              <a:effectLst>
                <a:outerShdw blurRad="38100" dist="38100" dir="2700000" algn="tl">
                  <a:srgbClr val="FFFFFF"/>
                </a:outerShdw>
              </a:effectLst>
              <a:latin typeface="Courier New" pitchFamily="49" charset="0"/>
              <a:ea typeface="SimSun" pitchFamily="2" charset="-122"/>
              <a:cs typeface="Courier New" pitchFamily="49" charset="0"/>
            </a:endParaRPr>
          </a:p>
          <a:p>
            <a:endParaRPr lang="zh-CN" altLang="en-US" sz="20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3">
            <a:extLst>
              <a:ext uri="{FF2B5EF4-FFF2-40B4-BE49-F238E27FC236}">
                <a16:creationId xmlns:a16="http://schemas.microsoft.com/office/drawing/2014/main" id="{D05885BD-2864-4404-AEAB-AFE64A7047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2810" y="1447800"/>
            <a:ext cx="5486400" cy="217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604" name="Rectangle 2">
            <a:extLst>
              <a:ext uri="{FF2B5EF4-FFF2-40B4-BE49-F238E27FC236}">
                <a16:creationId xmlns:a16="http://schemas.microsoft.com/office/drawing/2014/main" id="{DE3AE6B3-E754-41BC-85CD-CAFFF5C0CB36}"/>
              </a:ext>
            </a:extLst>
          </p:cNvPr>
          <p:cNvSpPr>
            <a:spLocks noGrp="1" noChangeAspect="1" noChangeArrowheads="1"/>
          </p:cNvSpPr>
          <p:nvPr>
            <p:ph type="title"/>
          </p:nvPr>
        </p:nvSpPr>
        <p:spPr>
          <a:xfrm>
            <a:off x="495300" y="838200"/>
            <a:ext cx="8343900" cy="609600"/>
          </a:xfrm>
        </p:spPr>
        <p:txBody>
          <a:bodyPr/>
          <a:lstStyle/>
          <a:p>
            <a:pPr eaLnBrk="1" hangingPunct="1"/>
            <a:r>
              <a:rPr lang="en-US" altLang="zh-CN">
                <a:solidFill>
                  <a:schemeClr val="tx1"/>
                </a:solidFill>
                <a:effectLst>
                  <a:outerShdw blurRad="38100" dist="38100" dir="2700000" algn="tl">
                    <a:srgbClr val="C0C0C0"/>
                  </a:outerShdw>
                </a:effectLst>
                <a:ea typeface="宋体" panose="02010600030101010101" pitchFamily="2" charset="-122"/>
              </a:rPr>
              <a:t>3</a:t>
            </a:r>
            <a:r>
              <a:rPr lang="zh-CN" altLang="en-US">
                <a:solidFill>
                  <a:schemeClr val="tx1"/>
                </a:solidFill>
                <a:effectLst>
                  <a:outerShdw blurRad="38100" dist="38100" dir="2700000" algn="tl">
                    <a:srgbClr val="C0C0C0"/>
                  </a:outerShdw>
                </a:effectLst>
                <a:ea typeface="宋体" panose="02010600030101010101" pitchFamily="2" charset="-122"/>
              </a:rPr>
              <a:t>、</a:t>
            </a:r>
            <a:r>
              <a:rPr lang="zh-CN" altLang="en-US">
                <a:solidFill>
                  <a:schemeClr val="accent2"/>
                </a:solidFill>
                <a:effectLst>
                  <a:outerShdw blurRad="38100" dist="38100" dir="2700000" algn="tl">
                    <a:srgbClr val="C0C0C0"/>
                  </a:outerShdw>
                </a:effectLst>
                <a:ea typeface="宋体" panose="02010600030101010101" pitchFamily="2" charset="-122"/>
              </a:rPr>
              <a:t>命名</a:t>
            </a:r>
            <a:r>
              <a:rPr lang="zh-CN" altLang="en-US">
                <a:ea typeface="宋体" panose="02010600030101010101" pitchFamily="2" charset="-122"/>
              </a:rPr>
              <a:t> </a:t>
            </a:r>
            <a:r>
              <a:rPr lang="en-US" altLang="zh-CN">
                <a:ea typeface="宋体" panose="02010600030101010101" pitchFamily="2" charset="-122"/>
              </a:rPr>
              <a:t>IP ACL — </a:t>
            </a:r>
            <a:r>
              <a:rPr lang="zh-CN" altLang="en-US">
                <a:solidFill>
                  <a:schemeClr val="accent2"/>
                </a:solidFill>
                <a:effectLst>
                  <a:outerShdw blurRad="38100" dist="38100" dir="2700000" algn="tl">
                    <a:srgbClr val="C0C0C0"/>
                  </a:outerShdw>
                </a:effectLst>
                <a:ea typeface="宋体" panose="02010600030101010101" pitchFamily="2" charset="-122"/>
              </a:rPr>
              <a:t>标准</a:t>
            </a:r>
          </a:p>
        </p:txBody>
      </p:sp>
      <p:sp>
        <p:nvSpPr>
          <p:cNvPr id="281609" name="Rectangle 9">
            <a:extLst>
              <a:ext uri="{FF2B5EF4-FFF2-40B4-BE49-F238E27FC236}">
                <a16:creationId xmlns:a16="http://schemas.microsoft.com/office/drawing/2014/main" id="{AF4D2E50-9030-4DDD-B030-E0AED3A939F5}"/>
              </a:ext>
            </a:extLst>
          </p:cNvPr>
          <p:cNvSpPr>
            <a:spLocks noGrp="1" noChangeArrowheads="1"/>
          </p:cNvSpPr>
          <p:nvPr>
            <p:ph type="body" idx="1"/>
          </p:nvPr>
        </p:nvSpPr>
        <p:spPr>
          <a:xfrm>
            <a:off x="609600" y="3621088"/>
            <a:ext cx="7924800" cy="2971800"/>
          </a:xfrm>
          <a:ln w="38100">
            <a:solidFill>
              <a:srgbClr val="708CA1"/>
            </a:solidFill>
            <a:miter lim="800000"/>
            <a:headEnd/>
            <a:tailEnd/>
          </a:ln>
        </p:spPr>
        <p:txBody>
          <a:bodyPr anchor="ctr"/>
          <a:lstStyle/>
          <a:p>
            <a:pPr>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Router(config)# </a:t>
            </a:r>
            <a:r>
              <a:rPr lang="en-US" altLang="zh-CN" sz="2000" b="1" dirty="0" err="1">
                <a:solidFill>
                  <a:schemeClr val="accent2"/>
                </a:solidFill>
                <a:effectLst>
                  <a:outerShdw blurRad="38100" dist="38100" dir="2700000" algn="tl">
                    <a:srgbClr val="C0C0C0"/>
                  </a:outerShdw>
                </a:effectLst>
                <a:latin typeface="Consolas" panose="020B0609020204030204" pitchFamily="49" charset="0"/>
                <a:ea typeface="宋体" panose="02010600030101010101" pitchFamily="2" charset="-122"/>
              </a:rPr>
              <a:t>ip</a:t>
            </a:r>
            <a:r>
              <a:rPr lang="en-US" altLang="zh-CN" sz="2000" b="1" dirty="0">
                <a:solidFill>
                  <a:schemeClr val="accent2"/>
                </a:solidFill>
                <a:effectLst>
                  <a:outerShdw blurRad="38100" dist="38100" dir="2700000" algn="tl">
                    <a:srgbClr val="C0C0C0"/>
                  </a:outerShdw>
                </a:effectLst>
                <a:latin typeface="Consolas" panose="020B0609020204030204" pitchFamily="49" charset="0"/>
                <a:ea typeface="宋体" panose="02010600030101010101" pitchFamily="2" charset="-122"/>
              </a:rPr>
              <a:t> access-list standard </a:t>
            </a:r>
            <a:r>
              <a:rPr lang="en-US" altLang="zh-CN" sz="2000" b="1" dirty="0">
                <a:effectLst>
                  <a:outerShdw blurRad="38100" dist="38100" dir="2700000" algn="tl">
                    <a:srgbClr val="C0C0C0"/>
                  </a:outerShdw>
                </a:effectLst>
                <a:latin typeface="Consolas" panose="020B0609020204030204" pitchFamily="49" charset="0"/>
                <a:ea typeface="宋体" panose="02010600030101010101" pitchFamily="2" charset="-122"/>
              </a:rPr>
              <a:t>RESTRICT_VTY</a:t>
            </a:r>
          </a:p>
          <a:p>
            <a:pPr>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Router(config-std-</a:t>
            </a:r>
            <a:r>
              <a:rPr lang="en-US" altLang="zh-CN" sz="2000" dirty="0" err="1">
                <a:latin typeface="Consolas" panose="020B0609020204030204" pitchFamily="49" charset="0"/>
                <a:ea typeface="宋体" panose="02010600030101010101" pitchFamily="2" charset="-122"/>
              </a:rPr>
              <a:t>nacl</a:t>
            </a:r>
            <a:r>
              <a:rPr lang="en-US" altLang="zh-CN" sz="2000" dirty="0">
                <a:latin typeface="Consolas" panose="020B0609020204030204" pitchFamily="49" charset="0"/>
                <a:ea typeface="宋体" panose="02010600030101010101" pitchFamily="2" charset="-122"/>
              </a:rPr>
              <a:t>)# </a:t>
            </a:r>
            <a:r>
              <a:rPr lang="en-US" altLang="zh-CN" sz="2000" b="1" dirty="0">
                <a:solidFill>
                  <a:schemeClr val="accent2"/>
                </a:solidFill>
                <a:effectLst>
                  <a:outerShdw blurRad="38100" dist="38100" dir="2700000" algn="tl">
                    <a:srgbClr val="C0C0C0"/>
                  </a:outerShdw>
                </a:effectLst>
                <a:latin typeface="Consolas" panose="020B0609020204030204" pitchFamily="49" charset="0"/>
                <a:ea typeface="宋体" panose="02010600030101010101" pitchFamily="2" charset="-122"/>
              </a:rPr>
              <a:t>remark</a:t>
            </a:r>
            <a:r>
              <a:rPr lang="en-US" altLang="zh-CN" sz="2000" dirty="0">
                <a:latin typeface="Consolas" panose="020B0609020204030204" pitchFamily="49" charset="0"/>
                <a:ea typeface="宋体" panose="02010600030101010101" pitchFamily="2" charset="-122"/>
              </a:rPr>
              <a:t> Permit only Admin host</a:t>
            </a:r>
          </a:p>
          <a:p>
            <a:pPr>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Router(config-std-</a:t>
            </a:r>
            <a:r>
              <a:rPr lang="en-US" altLang="zh-CN" sz="2000" dirty="0" err="1">
                <a:latin typeface="Consolas" panose="020B0609020204030204" pitchFamily="49" charset="0"/>
                <a:ea typeface="宋体" panose="02010600030101010101" pitchFamily="2" charset="-122"/>
              </a:rPr>
              <a:t>nacl</a:t>
            </a:r>
            <a:r>
              <a:rPr lang="en-US" altLang="zh-CN" sz="2000" dirty="0">
                <a:latin typeface="Consolas" panose="020B0609020204030204" pitchFamily="49" charset="0"/>
                <a:ea typeface="宋体" panose="02010600030101010101" pitchFamily="2" charset="-122"/>
              </a:rPr>
              <a:t>)# </a:t>
            </a:r>
            <a:r>
              <a:rPr lang="en-US" altLang="zh-CN" sz="2000" b="1" dirty="0">
                <a:solidFill>
                  <a:schemeClr val="accent2"/>
                </a:solidFill>
                <a:effectLst>
                  <a:outerShdw blurRad="38100" dist="38100" dir="2700000" algn="tl">
                    <a:srgbClr val="C0C0C0"/>
                  </a:outerShdw>
                </a:effectLst>
                <a:latin typeface="Consolas" panose="020B0609020204030204" pitchFamily="49" charset="0"/>
                <a:ea typeface="宋体" panose="02010600030101010101" pitchFamily="2" charset="-122"/>
              </a:rPr>
              <a:t>permit host 192.168.1.10</a:t>
            </a:r>
          </a:p>
          <a:p>
            <a:pPr>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Router(config-std-</a:t>
            </a:r>
            <a:r>
              <a:rPr lang="en-US" altLang="zh-CN" sz="2000" dirty="0" err="1">
                <a:latin typeface="Consolas" panose="020B0609020204030204" pitchFamily="49" charset="0"/>
                <a:ea typeface="宋体" panose="02010600030101010101" pitchFamily="2" charset="-122"/>
              </a:rPr>
              <a:t>nacl</a:t>
            </a:r>
            <a:r>
              <a:rPr lang="en-US" altLang="zh-CN" sz="2000" dirty="0">
                <a:latin typeface="Consolas" panose="020B0609020204030204" pitchFamily="49" charset="0"/>
                <a:ea typeface="宋体" panose="02010600030101010101" pitchFamily="2" charset="-122"/>
              </a:rPr>
              <a:t>)# exit</a:t>
            </a:r>
          </a:p>
          <a:p>
            <a:pPr>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Router(config)# </a:t>
            </a:r>
            <a:r>
              <a:rPr lang="en-US" altLang="zh-CN" sz="2000" b="1" dirty="0">
                <a:effectLst>
                  <a:outerShdw blurRad="38100" dist="38100" dir="2700000" algn="tl">
                    <a:srgbClr val="C0C0C0"/>
                  </a:outerShdw>
                </a:effectLst>
                <a:latin typeface="Consolas" panose="020B0609020204030204" pitchFamily="49" charset="0"/>
                <a:ea typeface="宋体" panose="02010600030101010101" pitchFamily="2" charset="-122"/>
              </a:rPr>
              <a:t>line </a:t>
            </a:r>
            <a:r>
              <a:rPr lang="en-US" altLang="zh-CN" sz="2000" b="1" dirty="0" err="1">
                <a:effectLst>
                  <a:outerShdw blurRad="38100" dist="38100" dir="2700000" algn="tl">
                    <a:srgbClr val="C0C0C0"/>
                  </a:outerShdw>
                </a:effectLst>
                <a:latin typeface="Consolas" panose="020B0609020204030204" pitchFamily="49" charset="0"/>
                <a:ea typeface="宋体" panose="02010600030101010101" pitchFamily="2" charset="-122"/>
              </a:rPr>
              <a:t>vty</a:t>
            </a:r>
            <a:r>
              <a:rPr lang="en-US" altLang="zh-CN" sz="2000" b="1" dirty="0">
                <a:effectLst>
                  <a:outerShdw blurRad="38100" dist="38100" dir="2700000" algn="tl">
                    <a:srgbClr val="C0C0C0"/>
                  </a:outerShdw>
                </a:effectLst>
                <a:latin typeface="Consolas" panose="020B0609020204030204" pitchFamily="49" charset="0"/>
                <a:ea typeface="宋体" panose="02010600030101010101" pitchFamily="2" charset="-122"/>
              </a:rPr>
              <a:t> 0 4</a:t>
            </a:r>
          </a:p>
          <a:p>
            <a:pPr>
              <a:buFont typeface="Wingdings" panose="05000000000000000000" pitchFamily="2" charset="2"/>
              <a:buNone/>
            </a:pPr>
            <a:r>
              <a:rPr lang="en-US" altLang="zh-CN" sz="2000" dirty="0">
                <a:latin typeface="Consolas" panose="020B0609020204030204" pitchFamily="49" charset="0"/>
                <a:ea typeface="宋体" panose="02010600030101010101" pitchFamily="2" charset="-122"/>
              </a:rPr>
              <a:t>Router(config-line)# </a:t>
            </a:r>
            <a:r>
              <a:rPr lang="en-US" altLang="zh-CN" sz="2000" b="1" dirty="0">
                <a:solidFill>
                  <a:schemeClr val="accent2"/>
                </a:solidFill>
                <a:effectLst>
                  <a:outerShdw blurRad="38100" dist="38100" dir="2700000" algn="tl">
                    <a:srgbClr val="C0C0C0"/>
                  </a:outerShdw>
                </a:effectLst>
                <a:latin typeface="Consolas" panose="020B0609020204030204" pitchFamily="49" charset="0"/>
                <a:ea typeface="宋体" panose="02010600030101010101" pitchFamily="2" charset="-122"/>
              </a:rPr>
              <a:t>access-class</a:t>
            </a:r>
            <a:r>
              <a:rPr lang="en-US" altLang="zh-CN" sz="2000" dirty="0">
                <a:latin typeface="Consolas" panose="020B0609020204030204" pitchFamily="49" charset="0"/>
                <a:ea typeface="宋体" panose="02010600030101010101" pitchFamily="2" charset="-122"/>
              </a:rPr>
              <a:t> </a:t>
            </a:r>
            <a:r>
              <a:rPr lang="en-US" altLang="zh-CN" sz="2000" b="1" dirty="0">
                <a:effectLst>
                  <a:outerShdw blurRad="38100" dist="38100" dir="2700000" algn="tl">
                    <a:srgbClr val="C0C0C0"/>
                  </a:outerShdw>
                </a:effectLst>
                <a:latin typeface="Consolas" panose="020B0609020204030204" pitchFamily="49" charset="0"/>
                <a:ea typeface="宋体" panose="02010600030101010101" pitchFamily="2" charset="-122"/>
              </a:rPr>
              <a:t>RESTRICT_VTY</a:t>
            </a:r>
            <a:r>
              <a:rPr lang="en-US" altLang="zh-CN" sz="2000" dirty="0">
                <a:latin typeface="Consolas" panose="020B0609020204030204" pitchFamily="49" charset="0"/>
                <a:ea typeface="宋体" panose="02010600030101010101" pitchFamily="2" charset="-122"/>
              </a:rPr>
              <a:t> </a:t>
            </a:r>
            <a:r>
              <a:rPr lang="en-US" altLang="zh-CN" sz="2000" b="1" dirty="0">
                <a:solidFill>
                  <a:schemeClr val="accent2"/>
                </a:solidFill>
                <a:effectLst>
                  <a:outerShdw blurRad="38100" dist="38100" dir="2700000" algn="tl">
                    <a:srgbClr val="C0C0C0"/>
                  </a:outerShdw>
                </a:effectLst>
                <a:latin typeface="Consolas" panose="020B0609020204030204" pitchFamily="49" charset="0"/>
                <a:ea typeface="宋体" panose="02010600030101010101" pitchFamily="2" charset="-122"/>
              </a:rPr>
              <a:t>in</a:t>
            </a:r>
            <a:endParaRPr lang="zh-CN" altLang="en-US" sz="2000" b="1" dirty="0">
              <a:solidFill>
                <a:schemeClr val="accent2"/>
              </a:solidFill>
              <a:effectLst>
                <a:outerShdw blurRad="38100" dist="38100" dir="2700000" algn="tl">
                  <a:srgbClr val="C0C0C0"/>
                </a:outerShdw>
              </a:effectLst>
              <a:latin typeface="Consolas" panose="020B0609020204030204" pitchFamily="49" charset="0"/>
              <a:ea typeface="宋体" panose="02010600030101010101" pitchFamily="2" charset="-122"/>
            </a:endParaRPr>
          </a:p>
        </p:txBody>
      </p:sp>
      <p:sp>
        <p:nvSpPr>
          <p:cNvPr id="13317" name="Rectangle 2">
            <a:extLst>
              <a:ext uri="{FF2B5EF4-FFF2-40B4-BE49-F238E27FC236}">
                <a16:creationId xmlns:a16="http://schemas.microsoft.com/office/drawing/2014/main" id="{C54CF451-CEF0-4C25-BEEF-7EE94EC2818D}"/>
              </a:ext>
            </a:extLst>
          </p:cNvPr>
          <p:cNvSpPr>
            <a:spLocks noChangeArrowheads="1"/>
          </p:cNvSpPr>
          <p:nvPr/>
        </p:nvSpPr>
        <p:spPr bwMode="auto">
          <a:xfrm>
            <a:off x="495300" y="304800"/>
            <a:ext cx="83439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lIns="82124" tIns="41061" rIns="82124" bIns="41061" anchor="b"/>
          <a:lstStyle>
            <a:lvl1pPr defTabSz="814388" eaLnBrk="0" hangingPunct="0">
              <a:defRPr sz="3400" b="1">
                <a:solidFill>
                  <a:schemeClr val="tx1"/>
                </a:solidFill>
                <a:latin typeface="Arial" panose="020B0604020202020204" pitchFamily="34" charset="0"/>
              </a:defRPr>
            </a:lvl1pPr>
            <a:lvl2pPr marL="742950" indent="-285750" defTabSz="814388" eaLnBrk="0" hangingPunct="0">
              <a:defRPr sz="3400" b="1">
                <a:solidFill>
                  <a:schemeClr val="tx1"/>
                </a:solidFill>
                <a:latin typeface="Arial" panose="020B0604020202020204" pitchFamily="34" charset="0"/>
              </a:defRPr>
            </a:lvl2pPr>
            <a:lvl3pPr marL="1143000" indent="-228600" defTabSz="814388" eaLnBrk="0" hangingPunct="0">
              <a:defRPr sz="3400" b="1">
                <a:solidFill>
                  <a:schemeClr val="tx1"/>
                </a:solidFill>
                <a:latin typeface="Arial" panose="020B0604020202020204" pitchFamily="34" charset="0"/>
              </a:defRPr>
            </a:lvl3pPr>
            <a:lvl4pPr marL="1600200" indent="-228600" defTabSz="814388" eaLnBrk="0" hangingPunct="0">
              <a:defRPr sz="3400" b="1">
                <a:solidFill>
                  <a:schemeClr val="tx1"/>
                </a:solidFill>
                <a:latin typeface="Arial" panose="020B0604020202020204" pitchFamily="34" charset="0"/>
              </a:defRPr>
            </a:lvl4pPr>
            <a:lvl5pPr marL="2057400" indent="-228600" defTabSz="814388" eaLnBrk="0" hangingPunct="0">
              <a:defRPr sz="34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4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4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4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lnSpc>
                <a:spcPct val="90000"/>
              </a:lnSpc>
            </a:pPr>
            <a:r>
              <a:rPr lang="zh-CN" altLang="en-US" sz="3200" dirty="0">
                <a:solidFill>
                  <a:srgbClr val="708CA1"/>
                </a:solidFill>
                <a:ea typeface="宋体" panose="02010600030101010101" pitchFamily="2" charset="-122"/>
              </a:rPr>
              <a:t>标准和扩展 </a:t>
            </a:r>
            <a:r>
              <a:rPr lang="en-US" altLang="zh-CN" sz="3200" dirty="0">
                <a:solidFill>
                  <a:srgbClr val="708CA1"/>
                </a:solidFill>
                <a:ea typeface="宋体" panose="02010600030101010101" pitchFamily="2" charset="-122"/>
              </a:rPr>
              <a:t>IP ACL</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4" name="Rectangle 14">
            <a:extLst>
              <a:ext uri="{FF2B5EF4-FFF2-40B4-BE49-F238E27FC236}">
                <a16:creationId xmlns:a16="http://schemas.microsoft.com/office/drawing/2014/main" id="{B8FACA0A-F3B0-4576-91B6-25B9FCA92827}"/>
              </a:ext>
            </a:extLst>
          </p:cNvPr>
          <p:cNvSpPr>
            <a:spLocks noChangeArrowheads="1"/>
          </p:cNvSpPr>
          <p:nvPr/>
        </p:nvSpPr>
        <p:spPr bwMode="auto">
          <a:xfrm>
            <a:off x="304800" y="4000500"/>
            <a:ext cx="8915400" cy="2857500"/>
          </a:xfrm>
          <a:prstGeom prst="rect">
            <a:avLst/>
          </a:prstGeom>
          <a:noFill/>
          <a:ln w="38100" algn="ctr">
            <a:solidFill>
              <a:srgbClr val="708CA1"/>
            </a:solidFill>
            <a:miter lim="800000"/>
            <a:headEnd/>
            <a:tailEnd/>
          </a:ln>
          <a:effectLst/>
          <a:extLst>
            <a:ext uri="{909E8E84-426E-40DD-AFC4-6F175D3DCCD1}">
              <a14:hiddenFill xmlns:a14="http://schemas.microsoft.com/office/drawing/2010/main">
                <a:solidFill>
                  <a:srgbClr val="306774"/>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124" tIns="41061" rIns="82124" bIns="41061" anchor="ctr"/>
          <a:lstStyle/>
          <a:p>
            <a:pPr marL="236538" indent="-236538" defTabSz="814388" eaLnBrk="0" hangingPunct="0">
              <a:lnSpc>
                <a:spcPct val="95000"/>
              </a:lnSpc>
              <a:spcBef>
                <a:spcPct val="50000"/>
              </a:spcBef>
              <a:buClr>
                <a:srgbClr val="708CA1"/>
              </a:buClr>
              <a:buFont typeface="Wingdings" pitchFamily="2" charset="2"/>
              <a:buNone/>
              <a:defRPr/>
            </a:pPr>
            <a:r>
              <a:rPr lang="en-US" altLang="zh-CN" sz="1800" dirty="0">
                <a:effectLst>
                  <a:outerShdw blurRad="38100" dist="38100" dir="2700000" algn="tl">
                    <a:srgbClr val="C0C0C0"/>
                  </a:outerShdw>
                </a:effectLst>
                <a:latin typeface="Consolas" pitchFamily="49" charset="0"/>
              </a:rPr>
              <a:t>R1(config)# </a:t>
            </a:r>
            <a:r>
              <a:rPr lang="en-US" altLang="zh-CN" sz="1800" dirty="0" err="1">
                <a:solidFill>
                  <a:schemeClr val="accent2"/>
                </a:solidFill>
                <a:effectLst>
                  <a:outerShdw blurRad="38100" dist="38100" dir="2700000" algn="tl">
                    <a:srgbClr val="C0C0C0"/>
                  </a:outerShdw>
                </a:effectLst>
                <a:latin typeface="Consolas" pitchFamily="49" charset="0"/>
              </a:rPr>
              <a:t>ip</a:t>
            </a:r>
            <a:r>
              <a:rPr lang="en-US" altLang="zh-CN" sz="1800" dirty="0">
                <a:solidFill>
                  <a:schemeClr val="accent2"/>
                </a:solidFill>
                <a:effectLst>
                  <a:outerShdw blurRad="38100" dist="38100" dir="2700000" algn="tl">
                    <a:srgbClr val="C0C0C0"/>
                  </a:outerShdw>
                </a:effectLst>
                <a:latin typeface="Consolas" pitchFamily="49" charset="0"/>
              </a:rPr>
              <a:t> access-list extended</a:t>
            </a:r>
            <a:r>
              <a:rPr lang="en-US" altLang="zh-CN" sz="1800" dirty="0">
                <a:effectLst>
                  <a:outerShdw blurRad="38100" dist="38100" dir="2700000" algn="tl">
                    <a:srgbClr val="C0C0C0"/>
                  </a:outerShdw>
                </a:effectLst>
                <a:latin typeface="Consolas" pitchFamily="49" charset="0"/>
              </a:rPr>
              <a:t> ACL-1</a:t>
            </a:r>
          </a:p>
          <a:p>
            <a:pPr marL="236538" indent="-236538" defTabSz="814388" eaLnBrk="0" hangingPunct="0">
              <a:lnSpc>
                <a:spcPct val="95000"/>
              </a:lnSpc>
              <a:spcBef>
                <a:spcPct val="50000"/>
              </a:spcBef>
              <a:buClr>
                <a:srgbClr val="708CA1"/>
              </a:buClr>
              <a:buFont typeface="Wingdings" pitchFamily="2" charset="2"/>
              <a:buNone/>
              <a:defRPr/>
            </a:pPr>
            <a:r>
              <a:rPr lang="en-US" altLang="zh-CN" sz="1800" dirty="0">
                <a:effectLst>
                  <a:outerShdw blurRad="38100" dist="38100" dir="2700000" algn="tl">
                    <a:srgbClr val="C0C0C0"/>
                  </a:outerShdw>
                </a:effectLst>
                <a:latin typeface="Consolas" pitchFamily="49" charset="0"/>
              </a:rPr>
              <a:t>R1(config-</a:t>
            </a:r>
            <a:r>
              <a:rPr lang="en-US" altLang="zh-CN" sz="1800" dirty="0" err="1">
                <a:effectLst>
                  <a:outerShdw blurRad="38100" dist="38100" dir="2700000" algn="tl">
                    <a:srgbClr val="C0C0C0"/>
                  </a:outerShdw>
                </a:effectLst>
                <a:latin typeface="Consolas" pitchFamily="49" charset="0"/>
              </a:rPr>
              <a:t>ext</a:t>
            </a:r>
            <a:r>
              <a:rPr lang="en-US" altLang="zh-CN" sz="1800" dirty="0">
                <a:effectLst>
                  <a:outerShdw blurRad="38100" dist="38100" dir="2700000" algn="tl">
                    <a:srgbClr val="C0C0C0"/>
                  </a:outerShdw>
                </a:effectLst>
                <a:latin typeface="Consolas" pitchFamily="49" charset="0"/>
              </a:rPr>
              <a:t>-</a:t>
            </a:r>
            <a:r>
              <a:rPr lang="en-US" altLang="zh-CN" sz="1800" dirty="0" err="1">
                <a:effectLst>
                  <a:outerShdw blurRad="38100" dist="38100" dir="2700000" algn="tl">
                    <a:srgbClr val="C0C0C0"/>
                  </a:outerShdw>
                </a:effectLst>
                <a:latin typeface="Consolas" pitchFamily="49" charset="0"/>
              </a:rPr>
              <a:t>nacl</a:t>
            </a:r>
            <a:r>
              <a:rPr lang="en-US" altLang="zh-CN" sz="1800" dirty="0">
                <a:effectLst>
                  <a:outerShdw blurRad="38100" dist="38100" dir="2700000" algn="tl">
                    <a:srgbClr val="C0C0C0"/>
                  </a:outerShdw>
                </a:effectLst>
                <a:latin typeface="Consolas" pitchFamily="49" charset="0"/>
              </a:rPr>
              <a:t>)# remark LAN ACL</a:t>
            </a:r>
          </a:p>
          <a:p>
            <a:pPr marL="236538" indent="-236538" defTabSz="814388" eaLnBrk="0" hangingPunct="0">
              <a:lnSpc>
                <a:spcPct val="95000"/>
              </a:lnSpc>
              <a:spcBef>
                <a:spcPct val="50000"/>
              </a:spcBef>
              <a:buClr>
                <a:srgbClr val="708CA1"/>
              </a:buClr>
              <a:buFont typeface="Wingdings" pitchFamily="2" charset="2"/>
              <a:buNone/>
              <a:defRPr/>
            </a:pPr>
            <a:r>
              <a:rPr lang="en-US" altLang="zh-CN" sz="1800" dirty="0">
                <a:effectLst>
                  <a:outerShdw blurRad="38100" dist="38100" dir="2700000" algn="tl">
                    <a:srgbClr val="C0C0C0"/>
                  </a:outerShdw>
                </a:effectLst>
                <a:latin typeface="Consolas" pitchFamily="49" charset="0"/>
              </a:rPr>
              <a:t>R1(config-</a:t>
            </a:r>
            <a:r>
              <a:rPr lang="en-US" altLang="zh-CN" sz="1800" dirty="0" err="1">
                <a:effectLst>
                  <a:outerShdw blurRad="38100" dist="38100" dir="2700000" algn="tl">
                    <a:srgbClr val="C0C0C0"/>
                  </a:outerShdw>
                </a:effectLst>
                <a:latin typeface="Consolas" pitchFamily="49" charset="0"/>
              </a:rPr>
              <a:t>ext</a:t>
            </a:r>
            <a:r>
              <a:rPr lang="en-US" altLang="zh-CN" sz="1800" dirty="0">
                <a:effectLst>
                  <a:outerShdw blurRad="38100" dist="38100" dir="2700000" algn="tl">
                    <a:srgbClr val="C0C0C0"/>
                  </a:outerShdw>
                </a:effectLst>
                <a:latin typeface="Consolas" pitchFamily="49" charset="0"/>
              </a:rPr>
              <a:t>-</a:t>
            </a:r>
            <a:r>
              <a:rPr lang="en-US" altLang="zh-CN" sz="1800" dirty="0" err="1">
                <a:effectLst>
                  <a:outerShdw blurRad="38100" dist="38100" dir="2700000" algn="tl">
                    <a:srgbClr val="C0C0C0"/>
                  </a:outerShdw>
                </a:effectLst>
                <a:latin typeface="Consolas" pitchFamily="49" charset="0"/>
              </a:rPr>
              <a:t>nacl</a:t>
            </a:r>
            <a:r>
              <a:rPr lang="en-US" altLang="zh-CN" sz="1800" dirty="0">
                <a:effectLst>
                  <a:outerShdw blurRad="38100" dist="38100" dir="2700000" algn="tl">
                    <a:srgbClr val="C0C0C0"/>
                  </a:outerShdw>
                </a:effectLst>
                <a:latin typeface="Consolas" pitchFamily="49" charset="0"/>
              </a:rPr>
              <a:t>)# deny </a:t>
            </a:r>
            <a:r>
              <a:rPr lang="en-US" altLang="zh-CN" sz="1800" dirty="0" err="1">
                <a:solidFill>
                  <a:schemeClr val="accent2"/>
                </a:solidFill>
                <a:effectLst>
                  <a:outerShdw blurRad="38100" dist="38100" dir="2700000" algn="tl">
                    <a:srgbClr val="C0C0C0"/>
                  </a:outerShdw>
                </a:effectLst>
                <a:latin typeface="Consolas" pitchFamily="49" charset="0"/>
              </a:rPr>
              <a:t>ip</a:t>
            </a:r>
            <a:r>
              <a:rPr lang="en-US" altLang="zh-CN" sz="1800" dirty="0">
                <a:effectLst>
                  <a:outerShdw blurRad="38100" dist="38100" dir="2700000" algn="tl">
                    <a:srgbClr val="C0C0C0"/>
                  </a:outerShdw>
                </a:effectLst>
                <a:latin typeface="Consolas" pitchFamily="49" charset="0"/>
              </a:rPr>
              <a:t> host 192.168.1.6 any</a:t>
            </a:r>
          </a:p>
          <a:p>
            <a:pPr marL="236538" indent="-236538" defTabSz="814388" eaLnBrk="0" hangingPunct="0">
              <a:lnSpc>
                <a:spcPct val="95000"/>
              </a:lnSpc>
              <a:spcBef>
                <a:spcPct val="50000"/>
              </a:spcBef>
              <a:buClr>
                <a:srgbClr val="708CA1"/>
              </a:buClr>
              <a:buFont typeface="Wingdings" pitchFamily="2" charset="2"/>
              <a:buNone/>
              <a:defRPr/>
            </a:pPr>
            <a:r>
              <a:rPr lang="en-US" altLang="zh-CN" sz="1800" dirty="0">
                <a:effectLst>
                  <a:outerShdw blurRad="38100" dist="38100" dir="2700000" algn="tl">
                    <a:srgbClr val="C0C0C0"/>
                  </a:outerShdw>
                </a:effectLst>
                <a:latin typeface="Consolas" pitchFamily="49" charset="0"/>
              </a:rPr>
              <a:t>R1(config-</a:t>
            </a:r>
            <a:r>
              <a:rPr lang="en-US" altLang="zh-CN" sz="1800" dirty="0" err="1">
                <a:effectLst>
                  <a:outerShdw blurRad="38100" dist="38100" dir="2700000" algn="tl">
                    <a:srgbClr val="C0C0C0"/>
                  </a:outerShdw>
                </a:effectLst>
                <a:latin typeface="Consolas" pitchFamily="49" charset="0"/>
              </a:rPr>
              <a:t>ext</a:t>
            </a:r>
            <a:r>
              <a:rPr lang="en-US" altLang="zh-CN" sz="1800" dirty="0">
                <a:effectLst>
                  <a:outerShdw blurRad="38100" dist="38100" dir="2700000" algn="tl">
                    <a:srgbClr val="C0C0C0"/>
                  </a:outerShdw>
                </a:effectLst>
                <a:latin typeface="Consolas" pitchFamily="49" charset="0"/>
              </a:rPr>
              <a:t>-</a:t>
            </a:r>
            <a:r>
              <a:rPr lang="en-US" altLang="zh-CN" sz="1800" dirty="0" err="1">
                <a:effectLst>
                  <a:outerShdw blurRad="38100" dist="38100" dir="2700000" algn="tl">
                    <a:srgbClr val="C0C0C0"/>
                  </a:outerShdw>
                </a:effectLst>
                <a:latin typeface="Consolas" pitchFamily="49" charset="0"/>
              </a:rPr>
              <a:t>nacl</a:t>
            </a:r>
            <a:r>
              <a:rPr lang="en-US" altLang="zh-CN" sz="1800" dirty="0">
                <a:effectLst>
                  <a:outerShdw blurRad="38100" dist="38100" dir="2700000" algn="tl">
                    <a:srgbClr val="C0C0C0"/>
                  </a:outerShdw>
                </a:effectLst>
                <a:latin typeface="Consolas" pitchFamily="49" charset="0"/>
              </a:rPr>
              <a:t>)# permit </a:t>
            </a:r>
            <a:r>
              <a:rPr lang="en-US" altLang="zh-CN" sz="1800" dirty="0" err="1">
                <a:solidFill>
                  <a:schemeClr val="accent2"/>
                </a:solidFill>
                <a:effectLst>
                  <a:outerShdw blurRad="38100" dist="38100" dir="2700000" algn="tl">
                    <a:srgbClr val="C0C0C0"/>
                  </a:outerShdw>
                </a:effectLst>
                <a:latin typeface="Consolas" pitchFamily="49" charset="0"/>
              </a:rPr>
              <a:t>tcp</a:t>
            </a:r>
            <a:r>
              <a:rPr lang="en-US" altLang="zh-CN" sz="1800" dirty="0">
                <a:effectLst>
                  <a:outerShdw blurRad="38100" dist="38100" dir="2700000" algn="tl">
                    <a:srgbClr val="C0C0C0"/>
                  </a:outerShdw>
                </a:effectLst>
                <a:latin typeface="Consolas" pitchFamily="49" charset="0"/>
              </a:rPr>
              <a:t> 192.168.1.0 0.0.0.255 any </a:t>
            </a:r>
            <a:r>
              <a:rPr lang="en-US" altLang="zh-CN" sz="1800" dirty="0">
                <a:solidFill>
                  <a:schemeClr val="accent2"/>
                </a:solidFill>
                <a:effectLst>
                  <a:outerShdw blurRad="38100" dist="38100" dir="2700000" algn="tl">
                    <a:srgbClr val="C0C0C0"/>
                  </a:outerShdw>
                </a:effectLst>
                <a:latin typeface="Consolas" pitchFamily="49" charset="0"/>
              </a:rPr>
              <a:t>established</a:t>
            </a:r>
            <a:r>
              <a:rPr lang="en-US" altLang="zh-CN" sz="1800" dirty="0">
                <a:effectLst>
                  <a:outerShdw blurRad="38100" dist="38100" dir="2700000" algn="tl">
                    <a:srgbClr val="C0C0C0"/>
                  </a:outerShdw>
                </a:effectLst>
                <a:latin typeface="Consolas" pitchFamily="49" charset="0"/>
              </a:rPr>
              <a:t> </a:t>
            </a:r>
          </a:p>
          <a:p>
            <a:pPr marL="236538" indent="-236538" defTabSz="814388" eaLnBrk="0" hangingPunct="0">
              <a:lnSpc>
                <a:spcPct val="95000"/>
              </a:lnSpc>
              <a:spcBef>
                <a:spcPct val="50000"/>
              </a:spcBef>
              <a:buClr>
                <a:srgbClr val="708CA1"/>
              </a:buClr>
              <a:buFont typeface="Wingdings" pitchFamily="2" charset="2"/>
              <a:buNone/>
              <a:defRPr/>
            </a:pPr>
            <a:r>
              <a:rPr lang="en-US" altLang="zh-CN" sz="1800" dirty="0">
                <a:effectLst>
                  <a:outerShdw blurRad="38100" dist="38100" dir="2700000" algn="tl">
                    <a:srgbClr val="C0C0C0"/>
                  </a:outerShdw>
                </a:effectLst>
                <a:latin typeface="Consolas" pitchFamily="49" charset="0"/>
              </a:rPr>
              <a:t>R1(config-</a:t>
            </a:r>
            <a:r>
              <a:rPr lang="en-US" altLang="zh-CN" sz="1800" dirty="0" err="1">
                <a:effectLst>
                  <a:outerShdw blurRad="38100" dist="38100" dir="2700000" algn="tl">
                    <a:srgbClr val="C0C0C0"/>
                  </a:outerShdw>
                </a:effectLst>
                <a:latin typeface="Consolas" pitchFamily="49" charset="0"/>
              </a:rPr>
              <a:t>ext</a:t>
            </a:r>
            <a:r>
              <a:rPr lang="en-US" altLang="zh-CN" sz="1800" dirty="0">
                <a:effectLst>
                  <a:outerShdw blurRad="38100" dist="38100" dir="2700000" algn="tl">
                    <a:srgbClr val="C0C0C0"/>
                  </a:outerShdw>
                </a:effectLst>
                <a:latin typeface="Consolas" pitchFamily="49" charset="0"/>
              </a:rPr>
              <a:t>-</a:t>
            </a:r>
            <a:r>
              <a:rPr lang="en-US" altLang="zh-CN" sz="1800" dirty="0" err="1">
                <a:effectLst>
                  <a:outerShdw blurRad="38100" dist="38100" dir="2700000" algn="tl">
                    <a:srgbClr val="C0C0C0"/>
                  </a:outerShdw>
                </a:effectLst>
                <a:latin typeface="Consolas" pitchFamily="49" charset="0"/>
              </a:rPr>
              <a:t>nacl</a:t>
            </a:r>
            <a:r>
              <a:rPr lang="en-US" altLang="zh-CN" sz="1800" dirty="0">
                <a:effectLst>
                  <a:outerShdw blurRad="38100" dist="38100" dir="2700000" algn="tl">
                    <a:srgbClr val="C0C0C0"/>
                  </a:outerShdw>
                </a:effectLst>
                <a:latin typeface="Consolas" pitchFamily="49" charset="0"/>
              </a:rPr>
              <a:t>)# exit</a:t>
            </a:r>
          </a:p>
          <a:p>
            <a:pPr marL="236538" indent="-236538" defTabSz="814388" eaLnBrk="0" hangingPunct="0">
              <a:lnSpc>
                <a:spcPct val="95000"/>
              </a:lnSpc>
              <a:spcBef>
                <a:spcPct val="50000"/>
              </a:spcBef>
              <a:buClr>
                <a:srgbClr val="708CA1"/>
              </a:buClr>
              <a:buFont typeface="Wingdings" pitchFamily="2" charset="2"/>
              <a:buNone/>
              <a:defRPr/>
            </a:pPr>
            <a:r>
              <a:rPr lang="en-US" altLang="zh-CN" sz="1800" dirty="0">
                <a:effectLst>
                  <a:outerShdw blurRad="38100" dist="38100" dir="2700000" algn="tl">
                    <a:srgbClr val="C0C0C0"/>
                  </a:outerShdw>
                </a:effectLst>
                <a:latin typeface="Consolas" pitchFamily="49" charset="0"/>
              </a:rPr>
              <a:t>R1(config)# int f0/0</a:t>
            </a:r>
          </a:p>
          <a:p>
            <a:pPr marL="236538" indent="-236538" defTabSz="814388" eaLnBrk="0" hangingPunct="0">
              <a:lnSpc>
                <a:spcPct val="95000"/>
              </a:lnSpc>
              <a:spcBef>
                <a:spcPct val="50000"/>
              </a:spcBef>
              <a:buClr>
                <a:srgbClr val="708CA1"/>
              </a:buClr>
              <a:buFont typeface="Wingdings" pitchFamily="2" charset="2"/>
              <a:buNone/>
              <a:defRPr/>
            </a:pPr>
            <a:r>
              <a:rPr lang="en-US" altLang="zh-CN" sz="1800" dirty="0">
                <a:effectLst>
                  <a:outerShdw blurRad="38100" dist="38100" dir="2700000" algn="tl">
                    <a:srgbClr val="C0C0C0"/>
                  </a:outerShdw>
                </a:effectLst>
                <a:latin typeface="Consolas" pitchFamily="49" charset="0"/>
              </a:rPr>
              <a:t>R1(config-if)# </a:t>
            </a:r>
            <a:r>
              <a:rPr lang="en-US" altLang="zh-CN" sz="1800" dirty="0" err="1">
                <a:effectLst>
                  <a:outerShdw blurRad="38100" dist="38100" dir="2700000" algn="tl">
                    <a:srgbClr val="C0C0C0"/>
                  </a:outerShdw>
                </a:effectLst>
                <a:latin typeface="Consolas" pitchFamily="49" charset="0"/>
              </a:rPr>
              <a:t>ip</a:t>
            </a:r>
            <a:r>
              <a:rPr lang="en-US" altLang="zh-CN" sz="1800" dirty="0">
                <a:effectLst>
                  <a:outerShdw blurRad="38100" dist="38100" dir="2700000" algn="tl">
                    <a:srgbClr val="C0C0C0"/>
                  </a:outerShdw>
                </a:effectLst>
                <a:latin typeface="Consolas" pitchFamily="49" charset="0"/>
              </a:rPr>
              <a:t> access-group ACL-1 in</a:t>
            </a:r>
            <a:endParaRPr lang="zh-CN" altLang="en-US" sz="1800" dirty="0">
              <a:effectLst>
                <a:outerShdw blurRad="38100" dist="38100" dir="2700000" algn="tl">
                  <a:srgbClr val="C0C0C0"/>
                </a:outerShdw>
              </a:effectLst>
              <a:latin typeface="Consolas" pitchFamily="49" charset="0"/>
            </a:endParaRPr>
          </a:p>
        </p:txBody>
      </p:sp>
      <p:sp>
        <p:nvSpPr>
          <p:cNvPr id="15362" name="Rectangle 2">
            <a:extLst>
              <a:ext uri="{FF2B5EF4-FFF2-40B4-BE49-F238E27FC236}">
                <a16:creationId xmlns:a16="http://schemas.microsoft.com/office/drawing/2014/main" id="{B34D3C66-E806-4572-8F1A-C5A3E36A1E34}"/>
              </a:ext>
            </a:extLst>
          </p:cNvPr>
          <p:cNvSpPr>
            <a:spLocks noGrp="1" noChangeAspect="1" noChangeArrowheads="1"/>
          </p:cNvSpPr>
          <p:nvPr>
            <p:ph type="title" idx="4294967295"/>
          </p:nvPr>
        </p:nvSpPr>
        <p:spPr>
          <a:xfrm>
            <a:off x="228600" y="914400"/>
            <a:ext cx="8343900" cy="609600"/>
          </a:xfrm>
        </p:spPr>
        <p:txBody>
          <a:bodyPr/>
          <a:lstStyle/>
          <a:p>
            <a:pPr eaLnBrk="1" hangingPunct="1"/>
            <a:r>
              <a:rPr lang="en-US" altLang="zh-CN">
                <a:ea typeface="宋体" panose="02010600030101010101" pitchFamily="2" charset="-122"/>
              </a:rPr>
              <a:t>3</a:t>
            </a:r>
            <a:r>
              <a:rPr lang="zh-CN" altLang="en-US">
                <a:ea typeface="宋体" panose="02010600030101010101" pitchFamily="2" charset="-122"/>
              </a:rPr>
              <a:t>、命名</a:t>
            </a:r>
            <a:r>
              <a:rPr lang="en-US" altLang="zh-CN">
                <a:ea typeface="宋体" panose="02010600030101010101" pitchFamily="2" charset="-122"/>
              </a:rPr>
              <a:t>IP ACL — </a:t>
            </a:r>
            <a:r>
              <a:rPr lang="zh-CN" altLang="en-US">
                <a:solidFill>
                  <a:schemeClr val="accent2"/>
                </a:solidFill>
                <a:effectLst>
                  <a:outerShdw blurRad="38100" dist="38100" dir="2700000" algn="tl">
                    <a:srgbClr val="C0C0C0"/>
                  </a:outerShdw>
                </a:effectLst>
                <a:ea typeface="宋体" panose="02010600030101010101" pitchFamily="2" charset="-122"/>
              </a:rPr>
              <a:t>扩展</a:t>
            </a:r>
          </a:p>
        </p:txBody>
      </p:sp>
      <p:pic>
        <p:nvPicPr>
          <p:cNvPr id="14340" name="Picture 12">
            <a:extLst>
              <a:ext uri="{FF2B5EF4-FFF2-40B4-BE49-F238E27FC236}">
                <a16:creationId xmlns:a16="http://schemas.microsoft.com/office/drawing/2014/main" id="{3803C920-FE7B-4AB7-B6D1-7FC0C63303A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10000" y="1506538"/>
            <a:ext cx="5715000" cy="298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Rectangle 2">
            <a:extLst>
              <a:ext uri="{FF2B5EF4-FFF2-40B4-BE49-F238E27FC236}">
                <a16:creationId xmlns:a16="http://schemas.microsoft.com/office/drawing/2014/main" id="{D631FA1F-C7A1-4ADB-8F9A-D43A3093FDDA}"/>
              </a:ext>
            </a:extLst>
          </p:cNvPr>
          <p:cNvSpPr>
            <a:spLocks noChangeArrowheads="1"/>
          </p:cNvSpPr>
          <p:nvPr/>
        </p:nvSpPr>
        <p:spPr bwMode="auto">
          <a:xfrm>
            <a:off x="304800" y="228600"/>
            <a:ext cx="83439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lIns="82124" tIns="41061" rIns="82124" bIns="41061" anchor="b"/>
          <a:lstStyle>
            <a:lvl1pPr defTabSz="814388" eaLnBrk="0" hangingPunct="0">
              <a:defRPr sz="3400" b="1">
                <a:solidFill>
                  <a:schemeClr val="tx1"/>
                </a:solidFill>
                <a:latin typeface="Arial" panose="020B0604020202020204" pitchFamily="34" charset="0"/>
              </a:defRPr>
            </a:lvl1pPr>
            <a:lvl2pPr marL="742950" indent="-285750" defTabSz="814388" eaLnBrk="0" hangingPunct="0">
              <a:defRPr sz="3400" b="1">
                <a:solidFill>
                  <a:schemeClr val="tx1"/>
                </a:solidFill>
                <a:latin typeface="Arial" panose="020B0604020202020204" pitchFamily="34" charset="0"/>
              </a:defRPr>
            </a:lvl2pPr>
            <a:lvl3pPr marL="1143000" indent="-228600" defTabSz="814388" eaLnBrk="0" hangingPunct="0">
              <a:defRPr sz="3400" b="1">
                <a:solidFill>
                  <a:schemeClr val="tx1"/>
                </a:solidFill>
                <a:latin typeface="Arial" panose="020B0604020202020204" pitchFamily="34" charset="0"/>
              </a:defRPr>
            </a:lvl3pPr>
            <a:lvl4pPr marL="1600200" indent="-228600" defTabSz="814388" eaLnBrk="0" hangingPunct="0">
              <a:defRPr sz="3400" b="1">
                <a:solidFill>
                  <a:schemeClr val="tx1"/>
                </a:solidFill>
                <a:latin typeface="Arial" panose="020B0604020202020204" pitchFamily="34" charset="0"/>
              </a:defRPr>
            </a:lvl4pPr>
            <a:lvl5pPr marL="2057400" indent="-228600" defTabSz="814388" eaLnBrk="0" hangingPunct="0">
              <a:defRPr sz="34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4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4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4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lnSpc>
                <a:spcPct val="90000"/>
              </a:lnSpc>
            </a:pPr>
            <a:r>
              <a:rPr lang="zh-CN" altLang="en-US" sz="3200" dirty="0">
                <a:solidFill>
                  <a:srgbClr val="708CA1"/>
                </a:solidFill>
                <a:ea typeface="宋体" panose="02010600030101010101" pitchFamily="2" charset="-122"/>
              </a:rPr>
              <a:t>标准和扩展 </a:t>
            </a:r>
            <a:r>
              <a:rPr lang="en-US" altLang="zh-CN" sz="3200" dirty="0">
                <a:solidFill>
                  <a:srgbClr val="708CA1"/>
                </a:solidFill>
                <a:ea typeface="宋体" panose="02010600030101010101" pitchFamily="2" charset="-122"/>
              </a:rPr>
              <a:t>IP ACL</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4">
            <a:extLst>
              <a:ext uri="{FF2B5EF4-FFF2-40B4-BE49-F238E27FC236}">
                <a16:creationId xmlns:a16="http://schemas.microsoft.com/office/drawing/2014/main" id="{94B09819-D070-40C6-BC85-0DEB648B0E2D}"/>
              </a:ext>
            </a:extLst>
          </p:cNvPr>
          <p:cNvSpPr>
            <a:spLocks noGrp="1"/>
          </p:cNvSpPr>
          <p:nvPr>
            <p:ph type="title" idx="4294967295"/>
          </p:nvPr>
        </p:nvSpPr>
        <p:spPr>
          <a:xfrm>
            <a:off x="495300" y="1295400"/>
            <a:ext cx="8343900" cy="609600"/>
          </a:xfrm>
        </p:spPr>
        <p:txBody>
          <a:bodyPr/>
          <a:lstStyle/>
          <a:p>
            <a:pPr eaLnBrk="1" hangingPunct="1"/>
            <a:r>
              <a:rPr lang="en-US" altLang="zh-CN">
                <a:ea typeface="宋体" panose="02010600030101010101" pitchFamily="2" charset="-122"/>
              </a:rPr>
              <a:t>5</a:t>
            </a:r>
            <a:r>
              <a:rPr lang="zh-CN" altLang="en-US">
                <a:ea typeface="宋体" panose="02010600030101010101" pitchFamily="2" charset="-122"/>
              </a:rPr>
              <a:t>、</a:t>
            </a:r>
            <a:r>
              <a:rPr lang="en-US" altLang="zh-CN">
                <a:ea typeface="宋体" panose="02010600030101010101" pitchFamily="2" charset="-122"/>
              </a:rPr>
              <a:t>ACL </a:t>
            </a:r>
            <a:r>
              <a:rPr lang="zh-CN" altLang="en-US">
                <a:ea typeface="宋体" panose="02010600030101010101" pitchFamily="2" charset="-122"/>
              </a:rPr>
              <a:t>配置准则</a:t>
            </a:r>
          </a:p>
        </p:txBody>
      </p:sp>
      <p:sp>
        <p:nvSpPr>
          <p:cNvPr id="17411" name="Content Placeholder 5">
            <a:extLst>
              <a:ext uri="{FF2B5EF4-FFF2-40B4-BE49-F238E27FC236}">
                <a16:creationId xmlns:a16="http://schemas.microsoft.com/office/drawing/2014/main" id="{C88268AF-52C5-471F-84B8-C056D655C520}"/>
              </a:ext>
            </a:extLst>
          </p:cNvPr>
          <p:cNvSpPr>
            <a:spLocks noGrp="1"/>
          </p:cNvSpPr>
          <p:nvPr>
            <p:ph idx="4294967295"/>
          </p:nvPr>
        </p:nvSpPr>
        <p:spPr>
          <a:xfrm>
            <a:off x="533400" y="2133600"/>
            <a:ext cx="8610600" cy="4267200"/>
          </a:xfrm>
        </p:spPr>
        <p:txBody>
          <a:bodyPr/>
          <a:lstStyle/>
          <a:p>
            <a:pPr marL="609600" indent="-609600">
              <a:lnSpc>
                <a:spcPct val="80000"/>
              </a:lnSpc>
              <a:buFont typeface="Wingdings" panose="05000000000000000000" pitchFamily="2" charset="2"/>
              <a:buAutoNum type="romanUcPeriod"/>
            </a:pPr>
            <a:r>
              <a:rPr lang="en-US" altLang="zh-CN" b="1">
                <a:effectLst>
                  <a:outerShdw blurRad="38100" dist="38100" dir="2700000" algn="tl">
                    <a:srgbClr val="C0C0C0"/>
                  </a:outerShdw>
                </a:effectLst>
                <a:ea typeface="宋体" panose="02010600030101010101" pitchFamily="2" charset="-122"/>
              </a:rPr>
              <a:t>ACL</a:t>
            </a:r>
            <a:r>
              <a:rPr lang="zh-CN" altLang="en-US" b="1">
                <a:effectLst>
                  <a:outerShdw blurRad="38100" dist="38100" dir="2700000" algn="tl">
                    <a:srgbClr val="C0C0C0"/>
                  </a:outerShdw>
                </a:effectLst>
                <a:ea typeface="宋体" panose="02010600030101010101" pitchFamily="2" charset="-122"/>
              </a:rPr>
              <a:t>在</a:t>
            </a:r>
            <a:r>
              <a:rPr lang="zh-CN" altLang="en-US" b="1">
                <a:solidFill>
                  <a:schemeClr val="accent2"/>
                </a:solidFill>
                <a:effectLst>
                  <a:outerShdw blurRad="38100" dist="38100" dir="2700000" algn="tl">
                    <a:srgbClr val="C0C0C0"/>
                  </a:outerShdw>
                </a:effectLst>
                <a:ea typeface="宋体" panose="02010600030101010101" pitchFamily="2" charset="-122"/>
              </a:rPr>
              <a:t>全局</a:t>
            </a:r>
            <a:r>
              <a:rPr lang="zh-CN" altLang="en-US" b="1">
                <a:effectLst>
                  <a:outerShdw blurRad="38100" dist="38100" dir="2700000" algn="tl">
                    <a:srgbClr val="C0C0C0"/>
                  </a:outerShdw>
                </a:effectLst>
                <a:ea typeface="宋体" panose="02010600030101010101" pitchFamily="2" charset="-122"/>
              </a:rPr>
              <a:t>模式下创建</a:t>
            </a:r>
            <a:r>
              <a:rPr lang="en-US" altLang="zh-CN" b="1">
                <a:effectLst>
                  <a:outerShdw blurRad="38100" dist="38100" dir="2700000" algn="tl">
                    <a:srgbClr val="C0C0C0"/>
                  </a:outerShdw>
                </a:effectLst>
                <a:ea typeface="宋体" panose="02010600030101010101" pitchFamily="2" charset="-122"/>
              </a:rPr>
              <a:t>, </a:t>
            </a:r>
            <a:r>
              <a:rPr lang="zh-CN" altLang="en-US" sz="3200" b="1">
                <a:solidFill>
                  <a:schemeClr val="accent2"/>
                </a:solidFill>
                <a:effectLst>
                  <a:outerShdw blurRad="38100" dist="38100" dir="2700000" algn="tl">
                    <a:srgbClr val="C0C0C0"/>
                  </a:outerShdw>
                </a:effectLst>
                <a:ea typeface="宋体" panose="02010600030101010101" pitchFamily="2" charset="-122"/>
              </a:rPr>
              <a:t>然后</a:t>
            </a:r>
            <a:r>
              <a:rPr lang="en-US" altLang="zh-CN" b="1">
                <a:effectLst>
                  <a:outerShdw blurRad="38100" dist="38100" dir="2700000" algn="tl">
                    <a:srgbClr val="C0C0C0"/>
                  </a:outerShdw>
                </a:effectLst>
                <a:ea typeface="宋体" panose="02010600030101010101" pitchFamily="2" charset="-122"/>
              </a:rPr>
              <a:t> </a:t>
            </a:r>
            <a:r>
              <a:rPr lang="zh-CN" altLang="en-US" b="1">
                <a:effectLst>
                  <a:outerShdw blurRad="38100" dist="38100" dir="2700000" algn="tl">
                    <a:srgbClr val="C0C0C0"/>
                  </a:outerShdw>
                </a:effectLst>
                <a:ea typeface="宋体" panose="02010600030101010101" pitchFamily="2" charset="-122"/>
              </a:rPr>
              <a:t>应用到 </a:t>
            </a:r>
            <a:r>
              <a:rPr lang="zh-CN" altLang="en-US" b="1">
                <a:solidFill>
                  <a:schemeClr val="accent2"/>
                </a:solidFill>
                <a:effectLst>
                  <a:outerShdw blurRad="38100" dist="38100" dir="2700000" algn="tl">
                    <a:srgbClr val="C0C0C0"/>
                  </a:outerShdw>
                </a:effectLst>
                <a:ea typeface="宋体" panose="02010600030101010101" pitchFamily="2" charset="-122"/>
              </a:rPr>
              <a:t>接口</a:t>
            </a:r>
          </a:p>
          <a:p>
            <a:pPr marL="609600" indent="-609600">
              <a:lnSpc>
                <a:spcPct val="80000"/>
              </a:lnSpc>
              <a:buFont typeface="Wingdings" panose="05000000000000000000" pitchFamily="2" charset="2"/>
              <a:buAutoNum type="romanUcPeriod"/>
            </a:pPr>
            <a:r>
              <a:rPr lang="zh-CN" altLang="en-US" b="1">
                <a:solidFill>
                  <a:schemeClr val="accent2"/>
                </a:solidFill>
                <a:effectLst>
                  <a:outerShdw blurRad="38100" dist="38100" dir="2700000" algn="tl">
                    <a:srgbClr val="C0C0C0"/>
                  </a:outerShdw>
                </a:effectLst>
              </a:rPr>
              <a:t>三个一原则</a:t>
            </a:r>
            <a:r>
              <a:rPr lang="zh-CN" altLang="en-US" b="1">
                <a:effectLst>
                  <a:outerShdw blurRad="38100" dist="38100" dir="2700000" algn="tl">
                    <a:srgbClr val="C0C0C0"/>
                  </a:outerShdw>
                </a:effectLst>
                <a:ea typeface="宋体" panose="02010600030101010101" pitchFamily="2" charset="-122"/>
              </a:rPr>
              <a:t>：在</a:t>
            </a:r>
            <a:r>
              <a:rPr lang="zh-CN" altLang="en-US" b="1">
                <a:solidFill>
                  <a:schemeClr val="accent2"/>
                </a:solidFill>
                <a:effectLst>
                  <a:outerShdw blurRad="38100" dist="38100" dir="2700000" algn="tl">
                    <a:srgbClr val="C0C0C0"/>
                  </a:outerShdw>
                </a:effectLst>
                <a:ea typeface="宋体" panose="02010600030101010101" pitchFamily="2" charset="-122"/>
              </a:rPr>
              <a:t>每个接口</a:t>
            </a:r>
            <a:r>
              <a:rPr lang="zh-CN" altLang="en-US" b="1">
                <a:effectLst>
                  <a:outerShdw blurRad="38100" dist="38100" dir="2700000" algn="tl">
                    <a:srgbClr val="C0C0C0"/>
                  </a:outerShdw>
                </a:effectLst>
                <a:ea typeface="宋体" panose="02010600030101010101" pitchFamily="2" charset="-122"/>
              </a:rPr>
              <a:t>、</a:t>
            </a:r>
            <a:r>
              <a:rPr lang="zh-CN" altLang="en-US" b="1">
                <a:solidFill>
                  <a:schemeClr val="accent2"/>
                </a:solidFill>
                <a:effectLst>
                  <a:outerShdw blurRad="38100" dist="38100" dir="2700000" algn="tl">
                    <a:srgbClr val="C0C0C0"/>
                  </a:outerShdw>
                </a:effectLst>
                <a:ea typeface="宋体" panose="02010600030101010101" pitchFamily="2" charset="-122"/>
              </a:rPr>
              <a:t>每个协议</a:t>
            </a:r>
            <a:r>
              <a:rPr lang="zh-CN" altLang="en-US" b="1">
                <a:effectLst>
                  <a:outerShdw blurRad="38100" dist="38100" dir="2700000" algn="tl">
                    <a:srgbClr val="C0C0C0"/>
                  </a:outerShdw>
                </a:effectLst>
                <a:ea typeface="宋体" panose="02010600030101010101" pitchFamily="2" charset="-122"/>
              </a:rPr>
              <a:t>、</a:t>
            </a:r>
            <a:r>
              <a:rPr lang="zh-CN" altLang="en-US" b="1">
                <a:solidFill>
                  <a:schemeClr val="accent2"/>
                </a:solidFill>
                <a:effectLst>
                  <a:outerShdw blurRad="38100" dist="38100" dir="2700000" algn="tl">
                    <a:srgbClr val="C0C0C0"/>
                  </a:outerShdw>
                </a:effectLst>
                <a:ea typeface="宋体" panose="02010600030101010101" pitchFamily="2" charset="-122"/>
              </a:rPr>
              <a:t>每个方向</a:t>
            </a:r>
            <a:r>
              <a:rPr lang="zh-CN" altLang="en-US" b="1">
                <a:effectLst>
                  <a:outerShdw blurRad="38100" dist="38100" dir="2700000" algn="tl">
                    <a:srgbClr val="C0C0C0"/>
                  </a:outerShdw>
                </a:effectLst>
                <a:ea typeface="宋体" panose="02010600030101010101" pitchFamily="2" charset="-122"/>
              </a:rPr>
              <a:t>上只能有</a:t>
            </a:r>
            <a:r>
              <a:rPr lang="zh-CN" altLang="en-US" b="1">
                <a:solidFill>
                  <a:schemeClr val="accent2"/>
                </a:solidFill>
                <a:effectLst>
                  <a:outerShdw blurRad="38100" dist="38100" dir="2700000" algn="tl">
                    <a:srgbClr val="C0C0C0"/>
                  </a:outerShdw>
                </a:effectLst>
                <a:ea typeface="宋体" panose="02010600030101010101" pitchFamily="2" charset="-122"/>
              </a:rPr>
              <a:t>一个</a:t>
            </a:r>
            <a:r>
              <a:rPr lang="en-US" altLang="zh-CN" b="1">
                <a:solidFill>
                  <a:schemeClr val="accent2"/>
                </a:solidFill>
                <a:effectLst>
                  <a:outerShdw blurRad="38100" dist="38100" dir="2700000" algn="tl">
                    <a:srgbClr val="C0C0C0"/>
                  </a:outerShdw>
                </a:effectLst>
                <a:ea typeface="宋体" panose="02010600030101010101" pitchFamily="2" charset="-122"/>
              </a:rPr>
              <a:t> ACL</a:t>
            </a:r>
          </a:p>
          <a:p>
            <a:pPr marL="609600" indent="-609600">
              <a:lnSpc>
                <a:spcPct val="80000"/>
              </a:lnSpc>
              <a:buFont typeface="Wingdings" panose="05000000000000000000" pitchFamily="2" charset="2"/>
              <a:buAutoNum type="romanUcPeriod"/>
            </a:pPr>
            <a:r>
              <a:rPr lang="en-US" altLang="zh-CN" b="1">
                <a:effectLst>
                  <a:outerShdw blurRad="38100" dist="38100" dir="2700000" algn="tl">
                    <a:srgbClr val="C0C0C0"/>
                  </a:outerShdw>
                </a:effectLst>
                <a:ea typeface="宋体" panose="02010600030101010101" pitchFamily="2" charset="-122"/>
              </a:rPr>
              <a:t>ACL</a:t>
            </a:r>
            <a:r>
              <a:rPr lang="zh-CN" altLang="en-US" b="1">
                <a:effectLst>
                  <a:outerShdw blurRad="38100" dist="38100" dir="2700000" algn="tl">
                    <a:srgbClr val="C0C0C0"/>
                  </a:outerShdw>
                </a:effectLst>
                <a:ea typeface="宋体" panose="02010600030101010101" pitchFamily="2" charset="-122"/>
              </a:rPr>
              <a:t>的处理按照</a:t>
            </a:r>
            <a:r>
              <a:rPr lang="en-US" altLang="zh-CN" b="1">
                <a:solidFill>
                  <a:schemeClr val="accent2"/>
                </a:solidFill>
                <a:effectLst>
                  <a:outerShdw blurRad="38100" dist="38100" dir="2700000" algn="tl">
                    <a:srgbClr val="C0C0C0"/>
                  </a:outerShdw>
                </a:effectLst>
                <a:ea typeface="宋体" panose="02010600030101010101" pitchFamily="2" charset="-122"/>
              </a:rPr>
              <a:t>top-down</a:t>
            </a:r>
            <a:r>
              <a:rPr lang="zh-CN" altLang="en-US" b="1">
                <a:solidFill>
                  <a:schemeClr val="accent2"/>
                </a:solidFill>
                <a:effectLst>
                  <a:outerShdw blurRad="38100" dist="38100" dir="2700000" algn="tl">
                    <a:srgbClr val="C0C0C0"/>
                  </a:outerShdw>
                </a:effectLst>
                <a:ea typeface="宋体" panose="02010600030101010101" pitchFamily="2" charset="-122"/>
              </a:rPr>
              <a:t>原则</a:t>
            </a:r>
            <a:r>
              <a:rPr lang="en-US" altLang="zh-CN" b="1">
                <a:solidFill>
                  <a:schemeClr val="accent2"/>
                </a:solidFill>
                <a:effectLst>
                  <a:outerShdw blurRad="38100" dist="38100" dir="2700000" algn="tl">
                    <a:srgbClr val="C0C0C0"/>
                  </a:outerShdw>
                </a:effectLst>
                <a:ea typeface="宋体" panose="02010600030101010101" pitchFamily="2" charset="-122"/>
              </a:rPr>
              <a:t>, </a:t>
            </a:r>
            <a:r>
              <a:rPr lang="zh-CN" altLang="en-US" b="1">
                <a:effectLst>
                  <a:outerShdw blurRad="38100" dist="38100" dir="2700000" algn="tl">
                    <a:srgbClr val="C0C0C0"/>
                  </a:outerShdw>
                </a:effectLst>
                <a:ea typeface="宋体" panose="02010600030101010101" pitchFamily="2" charset="-122"/>
              </a:rPr>
              <a:t>最具体的表述，必须在列表的顶部</a:t>
            </a:r>
            <a:endParaRPr lang="en-US" altLang="zh-CN" b="1">
              <a:effectLst>
                <a:outerShdw blurRad="38100" dist="38100" dir="2700000" algn="tl">
                  <a:srgbClr val="C0C0C0"/>
                </a:outerShdw>
              </a:effectLst>
              <a:ea typeface="宋体" panose="02010600030101010101" pitchFamily="2" charset="-122"/>
            </a:endParaRPr>
          </a:p>
          <a:p>
            <a:pPr marL="609600" indent="-609600">
              <a:lnSpc>
                <a:spcPct val="80000"/>
              </a:lnSpc>
              <a:buFont typeface="Wingdings" panose="05000000000000000000" pitchFamily="2" charset="2"/>
              <a:buAutoNum type="romanUcPeriod"/>
            </a:pPr>
            <a:r>
              <a:rPr lang="zh-CN" altLang="en-US" b="1">
                <a:effectLst>
                  <a:outerShdw blurRad="38100" dist="38100" dir="2700000" algn="tl">
                    <a:srgbClr val="C0C0C0"/>
                  </a:outerShdw>
                </a:effectLst>
                <a:ea typeface="宋体" panose="02010600030101010101" pitchFamily="2" charset="-122"/>
              </a:rPr>
              <a:t>隐含 “</a:t>
            </a:r>
            <a:r>
              <a:rPr lang="en-US" altLang="zh-CN" b="1">
                <a:solidFill>
                  <a:schemeClr val="accent2"/>
                </a:solidFill>
                <a:effectLst>
                  <a:outerShdw blurRad="38100" dist="38100" dir="2700000" algn="tl">
                    <a:srgbClr val="C0C0C0"/>
                  </a:outerShdw>
                </a:effectLst>
                <a:ea typeface="宋体" panose="02010600030101010101" pitchFamily="2" charset="-122"/>
              </a:rPr>
              <a:t>deny all</a:t>
            </a:r>
            <a:r>
              <a:rPr lang="en-US" altLang="zh-CN" b="1">
                <a:effectLst>
                  <a:outerShdw blurRad="38100" dist="38100" dir="2700000" algn="tl">
                    <a:srgbClr val="C0C0C0"/>
                  </a:outerShdw>
                </a:effectLst>
                <a:ea typeface="宋体" panose="02010600030101010101" pitchFamily="2" charset="-122"/>
              </a:rPr>
              <a:t>” </a:t>
            </a:r>
          </a:p>
          <a:p>
            <a:pPr marL="609600" indent="-609600">
              <a:lnSpc>
                <a:spcPct val="80000"/>
              </a:lnSpc>
              <a:buFont typeface="Wingdings" panose="05000000000000000000" pitchFamily="2" charset="2"/>
              <a:buAutoNum type="romanUcPeriod"/>
            </a:pPr>
            <a:r>
              <a:rPr lang="zh-CN" altLang="en-US" b="1">
                <a:solidFill>
                  <a:schemeClr val="accent2"/>
                </a:solidFill>
                <a:effectLst>
                  <a:outerShdw blurRad="38100" dist="38100" dir="2700000" algn="tl">
                    <a:srgbClr val="C0C0C0"/>
                  </a:outerShdw>
                </a:effectLst>
              </a:rPr>
              <a:t>修改</a:t>
            </a:r>
            <a:r>
              <a:rPr lang="zh-CN" altLang="en-US" b="1">
                <a:effectLst>
                  <a:outerShdw blurRad="38100" dist="38100" dir="2700000" algn="tl">
                    <a:srgbClr val="C0C0C0"/>
                  </a:outerShdw>
                </a:effectLst>
              </a:rPr>
              <a:t> </a:t>
            </a:r>
            <a:r>
              <a:rPr lang="en-US" altLang="zh-CN" b="1">
                <a:effectLst>
                  <a:outerShdw blurRad="38100" dist="38100" dir="2700000" algn="tl">
                    <a:srgbClr val="C0C0C0"/>
                  </a:outerShdw>
                </a:effectLst>
              </a:rPr>
              <a:t>ACL</a:t>
            </a:r>
          </a:p>
          <a:p>
            <a:pPr marL="609600" indent="-609600">
              <a:lnSpc>
                <a:spcPct val="80000"/>
              </a:lnSpc>
              <a:buFont typeface="Wingdings" panose="05000000000000000000" pitchFamily="2" charset="2"/>
              <a:buAutoNum type="romanUcPeriod"/>
            </a:pPr>
            <a:r>
              <a:rPr lang="zh-CN" altLang="en-US" b="1">
                <a:solidFill>
                  <a:schemeClr val="accent2"/>
                </a:solidFill>
                <a:effectLst>
                  <a:outerShdw blurRad="38100" dist="38100" dir="2700000" algn="tl">
                    <a:srgbClr val="C0C0C0"/>
                  </a:outerShdw>
                </a:effectLst>
              </a:rPr>
              <a:t>特殊</a:t>
            </a:r>
            <a:r>
              <a:rPr lang="zh-CN" altLang="en-US" b="1">
                <a:effectLst>
                  <a:outerShdw blurRad="38100" dist="38100" dir="2700000" algn="tl">
                    <a:srgbClr val="C0C0C0"/>
                  </a:outerShdw>
                </a:effectLst>
              </a:rPr>
              <a:t>数据包 </a:t>
            </a:r>
            <a:r>
              <a:rPr lang="en-US" altLang="zh-CN" b="1">
                <a:effectLst>
                  <a:outerShdw blurRad="38100" dist="38100" dir="2700000" algn="tl">
                    <a:srgbClr val="C0C0C0"/>
                  </a:outerShdw>
                </a:effectLst>
              </a:rPr>
              <a:t>- </a:t>
            </a:r>
            <a:r>
              <a:rPr lang="zh-CN" altLang="en-US" b="1">
                <a:effectLst>
                  <a:outerShdw blurRad="38100" dist="38100" dir="2700000" algn="tl">
                    <a:srgbClr val="C0C0C0"/>
                  </a:outerShdw>
                </a:effectLst>
              </a:rPr>
              <a:t>路由表更新</a:t>
            </a:r>
            <a:endParaRPr lang="en-US" altLang="zh-CN" b="1">
              <a:effectLst>
                <a:outerShdw blurRad="38100" dist="38100" dir="2700000" algn="tl">
                  <a:srgbClr val="C0C0C0"/>
                </a:outerShdw>
              </a:effectLst>
            </a:endParaRPr>
          </a:p>
        </p:txBody>
      </p:sp>
      <p:sp>
        <p:nvSpPr>
          <p:cNvPr id="16388" name="Rectangle 2">
            <a:extLst>
              <a:ext uri="{FF2B5EF4-FFF2-40B4-BE49-F238E27FC236}">
                <a16:creationId xmlns:a16="http://schemas.microsoft.com/office/drawing/2014/main" id="{CDE52412-8E34-4F2F-B18C-983DBCF280DE}"/>
              </a:ext>
            </a:extLst>
          </p:cNvPr>
          <p:cNvSpPr>
            <a:spLocks noChangeArrowheads="1"/>
          </p:cNvSpPr>
          <p:nvPr/>
        </p:nvSpPr>
        <p:spPr bwMode="auto">
          <a:xfrm>
            <a:off x="495300" y="457200"/>
            <a:ext cx="83439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lIns="82124" tIns="41061" rIns="82124" bIns="41061" anchor="b"/>
          <a:lstStyle>
            <a:lvl1pPr defTabSz="814388" eaLnBrk="0" hangingPunct="0">
              <a:defRPr sz="3400" b="1">
                <a:solidFill>
                  <a:schemeClr val="tx1"/>
                </a:solidFill>
                <a:latin typeface="Arial" panose="020B0604020202020204" pitchFamily="34" charset="0"/>
              </a:defRPr>
            </a:lvl1pPr>
            <a:lvl2pPr marL="742950" indent="-285750" defTabSz="814388" eaLnBrk="0" hangingPunct="0">
              <a:defRPr sz="3400" b="1">
                <a:solidFill>
                  <a:schemeClr val="tx1"/>
                </a:solidFill>
                <a:latin typeface="Arial" panose="020B0604020202020204" pitchFamily="34" charset="0"/>
              </a:defRPr>
            </a:lvl2pPr>
            <a:lvl3pPr marL="1143000" indent="-228600" defTabSz="814388" eaLnBrk="0" hangingPunct="0">
              <a:defRPr sz="3400" b="1">
                <a:solidFill>
                  <a:schemeClr val="tx1"/>
                </a:solidFill>
                <a:latin typeface="Arial" panose="020B0604020202020204" pitchFamily="34" charset="0"/>
              </a:defRPr>
            </a:lvl3pPr>
            <a:lvl4pPr marL="1600200" indent="-228600" defTabSz="814388" eaLnBrk="0" hangingPunct="0">
              <a:defRPr sz="3400" b="1">
                <a:solidFill>
                  <a:schemeClr val="tx1"/>
                </a:solidFill>
                <a:latin typeface="Arial" panose="020B0604020202020204" pitchFamily="34" charset="0"/>
              </a:defRPr>
            </a:lvl4pPr>
            <a:lvl5pPr marL="2057400" indent="-228600" defTabSz="814388" eaLnBrk="0" hangingPunct="0">
              <a:defRPr sz="34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4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4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4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lnSpc>
                <a:spcPct val="90000"/>
              </a:lnSpc>
            </a:pPr>
            <a:r>
              <a:rPr lang="zh-CN" altLang="en-US" sz="3200" dirty="0">
                <a:solidFill>
                  <a:srgbClr val="708CA1"/>
                </a:solidFill>
                <a:ea typeface="宋体" panose="02010600030101010101" pitchFamily="2" charset="-122"/>
              </a:rPr>
              <a:t>标准和扩展 </a:t>
            </a:r>
            <a:r>
              <a:rPr lang="en-US" altLang="zh-CN" sz="3200" dirty="0">
                <a:solidFill>
                  <a:srgbClr val="708CA1"/>
                </a:solidFill>
                <a:ea typeface="宋体" panose="02010600030101010101" pitchFamily="2" charset="-122"/>
              </a:rPr>
              <a:t>IP ACL</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6">
            <a:extLst>
              <a:ext uri="{FF2B5EF4-FFF2-40B4-BE49-F238E27FC236}">
                <a16:creationId xmlns:a16="http://schemas.microsoft.com/office/drawing/2014/main" id="{1558E55B-93CE-45B3-B611-31A474446B91}"/>
              </a:ext>
            </a:extLst>
          </p:cNvPr>
          <p:cNvSpPr>
            <a:spLocks noGrp="1"/>
          </p:cNvSpPr>
          <p:nvPr>
            <p:ph type="title" idx="4294967295"/>
          </p:nvPr>
        </p:nvSpPr>
        <p:spPr>
          <a:xfrm>
            <a:off x="533400" y="762000"/>
            <a:ext cx="8343900" cy="609600"/>
          </a:xfrm>
        </p:spPr>
        <p:txBody>
          <a:bodyPr/>
          <a:lstStyle/>
          <a:p>
            <a:pPr marL="609600" indent="-609600" eaLnBrk="1" hangingPunct="1"/>
            <a:r>
              <a:rPr lang="zh-CN" altLang="en-US" sz="3600" dirty="0">
                <a:ea typeface="宋体" panose="02010600030101010101" pitchFamily="2" charset="-122"/>
              </a:rPr>
              <a:t>应用扩展 </a:t>
            </a:r>
            <a:r>
              <a:rPr lang="en-US" altLang="zh-CN" sz="3600" dirty="0">
                <a:ea typeface="宋体" panose="02010600030101010101" pitchFamily="2" charset="-122"/>
              </a:rPr>
              <a:t>ACL</a:t>
            </a:r>
            <a:endParaRPr lang="zh-CN" altLang="en-US" sz="3600" dirty="0">
              <a:ea typeface="宋体" panose="02010600030101010101" pitchFamily="2" charset="-122"/>
            </a:endParaRPr>
          </a:p>
        </p:txBody>
      </p:sp>
      <p:pic>
        <p:nvPicPr>
          <p:cNvPr id="19459" name="Picture 4" descr="327P_212">
            <a:extLst>
              <a:ext uri="{FF2B5EF4-FFF2-40B4-BE49-F238E27FC236}">
                <a16:creationId xmlns:a16="http://schemas.microsoft.com/office/drawing/2014/main" id="{0B68B837-B189-4B0C-A8BD-A2907A7EE4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276350"/>
            <a:ext cx="6019800"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Text Box 5">
            <a:extLst>
              <a:ext uri="{FF2B5EF4-FFF2-40B4-BE49-F238E27FC236}">
                <a16:creationId xmlns:a16="http://schemas.microsoft.com/office/drawing/2014/main" id="{D8325610-2C93-4DD7-A30F-CB7889B5BAE8}"/>
              </a:ext>
            </a:extLst>
          </p:cNvPr>
          <p:cNvSpPr txBox="1">
            <a:spLocks noChangeArrowheads="1"/>
          </p:cNvSpPr>
          <p:nvPr/>
        </p:nvSpPr>
        <p:spPr bwMode="auto">
          <a:xfrm>
            <a:off x="3962400" y="41910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b="1">
                <a:solidFill>
                  <a:schemeClr val="tx1"/>
                </a:solidFill>
                <a:latin typeface="Arial" panose="020B0604020202020204" pitchFamily="34" charset="0"/>
              </a:defRPr>
            </a:lvl1pPr>
            <a:lvl2pPr marL="742950" indent="-285750" eaLnBrk="0" hangingPunct="0">
              <a:defRPr sz="3400" b="1">
                <a:solidFill>
                  <a:schemeClr val="tx1"/>
                </a:solidFill>
                <a:latin typeface="Arial" panose="020B0604020202020204" pitchFamily="34" charset="0"/>
              </a:defRPr>
            </a:lvl2pPr>
            <a:lvl3pPr marL="1143000" indent="-228600" eaLnBrk="0" hangingPunct="0">
              <a:defRPr sz="3400" b="1">
                <a:solidFill>
                  <a:schemeClr val="tx1"/>
                </a:solidFill>
                <a:latin typeface="Arial" panose="020B0604020202020204" pitchFamily="34" charset="0"/>
              </a:defRPr>
            </a:lvl3pPr>
            <a:lvl4pPr marL="1600200" indent="-228600" eaLnBrk="0" hangingPunct="0">
              <a:defRPr sz="3400" b="1">
                <a:solidFill>
                  <a:schemeClr val="tx1"/>
                </a:solidFill>
                <a:latin typeface="Arial" panose="020B0604020202020204" pitchFamily="34" charset="0"/>
              </a:defRPr>
            </a:lvl4pPr>
            <a:lvl5pPr marL="2057400" indent="-228600" eaLnBrk="0" hangingPunct="0">
              <a:defRPr sz="3400" b="1">
                <a:solidFill>
                  <a:schemeClr val="tx1"/>
                </a:solidFill>
                <a:latin typeface="Arial" panose="020B0604020202020204" pitchFamily="34" charset="0"/>
              </a:defRPr>
            </a:lvl5pPr>
            <a:lvl6pPr marL="2514600" indent="-228600" eaLnBrk="0" fontAlgn="base" hangingPunct="0">
              <a:spcBef>
                <a:spcPct val="0"/>
              </a:spcBef>
              <a:spcAft>
                <a:spcPct val="0"/>
              </a:spcAft>
              <a:defRPr sz="3400" b="1">
                <a:solidFill>
                  <a:schemeClr val="tx1"/>
                </a:solidFill>
                <a:latin typeface="Arial" panose="020B0604020202020204" pitchFamily="34" charset="0"/>
              </a:defRPr>
            </a:lvl6pPr>
            <a:lvl7pPr marL="2971800" indent="-228600" eaLnBrk="0" fontAlgn="base" hangingPunct="0">
              <a:spcBef>
                <a:spcPct val="0"/>
              </a:spcBef>
              <a:spcAft>
                <a:spcPct val="0"/>
              </a:spcAft>
              <a:defRPr sz="3400" b="1">
                <a:solidFill>
                  <a:schemeClr val="tx1"/>
                </a:solidFill>
                <a:latin typeface="Arial" panose="020B0604020202020204" pitchFamily="34" charset="0"/>
              </a:defRPr>
            </a:lvl7pPr>
            <a:lvl8pPr marL="3429000" indent="-228600" eaLnBrk="0" fontAlgn="base" hangingPunct="0">
              <a:spcBef>
                <a:spcPct val="0"/>
              </a:spcBef>
              <a:spcAft>
                <a:spcPct val="0"/>
              </a:spcAft>
              <a:defRPr sz="3400" b="1">
                <a:solidFill>
                  <a:schemeClr val="tx1"/>
                </a:solidFill>
                <a:latin typeface="Arial" panose="020B0604020202020204" pitchFamily="34" charset="0"/>
              </a:defRPr>
            </a:lvl8pPr>
            <a:lvl9pPr marL="3886200" indent="-228600"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lnSpc>
                <a:spcPct val="90000"/>
              </a:lnSpc>
              <a:spcBef>
                <a:spcPct val="50000"/>
              </a:spcBef>
            </a:pPr>
            <a:r>
              <a:rPr lang="en-US" altLang="zh-CN" sz="1800">
                <a:solidFill>
                  <a:schemeClr val="bg1"/>
                </a:solidFill>
                <a:ea typeface="宋体" panose="02010600030101010101" pitchFamily="2" charset="-122"/>
              </a:rPr>
              <a:t>r1</a:t>
            </a:r>
          </a:p>
        </p:txBody>
      </p:sp>
      <p:sp>
        <p:nvSpPr>
          <p:cNvPr id="453633" name="Rectangle 1">
            <a:extLst>
              <a:ext uri="{FF2B5EF4-FFF2-40B4-BE49-F238E27FC236}">
                <a16:creationId xmlns:a16="http://schemas.microsoft.com/office/drawing/2014/main" id="{2F02EAC0-18C6-42E1-8011-BF5FD455544A}"/>
              </a:ext>
            </a:extLst>
          </p:cNvPr>
          <p:cNvSpPr>
            <a:spLocks noChangeArrowheads="1"/>
          </p:cNvSpPr>
          <p:nvPr/>
        </p:nvSpPr>
        <p:spPr bwMode="auto">
          <a:xfrm>
            <a:off x="838200" y="3810000"/>
            <a:ext cx="7315200" cy="2676525"/>
          </a:xfrm>
          <a:prstGeom prst="rect">
            <a:avLst/>
          </a:prstGeom>
          <a:noFill/>
          <a:ln w="38100" algn="ctr">
            <a:solidFill>
              <a:srgbClr val="708CA1"/>
            </a:solidFill>
            <a:miter lim="800000"/>
            <a:headEnd/>
            <a:tailEnd/>
          </a:ln>
          <a:effectLst/>
          <a:extLst>
            <a:ext uri="{909E8E84-426E-40DD-AFC4-6F175D3DCCD1}">
              <a14:hiddenFill xmlns:a14="http://schemas.microsoft.com/office/drawing/2010/main">
                <a:solidFill>
                  <a:srgbClr val="D9D9D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2124" tIns="41061" rIns="82124" bIns="41061" anchor="ctr">
            <a:spAutoFit/>
          </a:bodyPr>
          <a:lstStyle/>
          <a:p>
            <a:pPr eaLnBrk="0" hangingPunct="0">
              <a:defRPr/>
            </a:pPr>
            <a:r>
              <a:rPr lang="en-US" altLang="zh-CN" sz="2400" b="0">
                <a:solidFill>
                  <a:srgbClr val="000000"/>
                </a:solidFill>
                <a:latin typeface="Arial" charset="0"/>
                <a:ea typeface="SimSun" pitchFamily="2" charset="-122"/>
                <a:cs typeface="Courier New" pitchFamily="49" charset="0"/>
              </a:rPr>
              <a:t>R1(config)#</a:t>
            </a:r>
            <a:r>
              <a:rPr lang="en-US" altLang="zh-CN" sz="2400">
                <a:solidFill>
                  <a:srgbClr val="000000"/>
                </a:solidFill>
                <a:latin typeface="Arial" charset="0"/>
                <a:ea typeface="SimSun" pitchFamily="2" charset="-122"/>
                <a:cs typeface="Courier New" pitchFamily="49" charset="0"/>
              </a:rPr>
              <a:t> </a:t>
            </a:r>
            <a:r>
              <a:rPr lang="en-US" altLang="zh-CN" sz="2400">
                <a:solidFill>
                  <a:srgbClr val="000000"/>
                </a:solidFill>
                <a:latin typeface="Arial" charset="0"/>
                <a:ea typeface="Times New Roman" pitchFamily="18" charset="0"/>
                <a:cs typeface="Courier New" pitchFamily="49" charset="0"/>
              </a:rPr>
              <a:t>access-list 101 deny </a:t>
            </a:r>
            <a:r>
              <a:rPr lang="en-US" altLang="zh-CN" sz="2400">
                <a:solidFill>
                  <a:schemeClr val="accent2"/>
                </a:solidFill>
                <a:effectLst>
                  <a:outerShdw blurRad="38100" dist="38100" dir="2700000" algn="tl">
                    <a:srgbClr val="C0C0C0"/>
                  </a:outerShdw>
                </a:effectLst>
                <a:latin typeface="Arial" charset="0"/>
                <a:ea typeface="Times New Roman" pitchFamily="18" charset="0"/>
                <a:cs typeface="Courier New" pitchFamily="49" charset="0"/>
              </a:rPr>
              <a:t>tcp</a:t>
            </a:r>
            <a:r>
              <a:rPr lang="en-US" altLang="zh-CN" sz="2400">
                <a:solidFill>
                  <a:srgbClr val="000000"/>
                </a:solidFill>
                <a:latin typeface="Arial" charset="0"/>
                <a:ea typeface="Times New Roman" pitchFamily="18" charset="0"/>
                <a:cs typeface="Courier New" pitchFamily="49" charset="0"/>
              </a:rPr>
              <a:t> 172.16.4.0 0.0.0.255 172.16.3.0 0.0.0.255 </a:t>
            </a:r>
            <a:r>
              <a:rPr lang="en-US" altLang="zh-CN" sz="2400">
                <a:solidFill>
                  <a:schemeClr val="accent2"/>
                </a:solidFill>
                <a:effectLst>
                  <a:outerShdw blurRad="38100" dist="38100" dir="2700000" algn="tl">
                    <a:srgbClr val="C0C0C0"/>
                  </a:outerShdw>
                </a:effectLst>
                <a:latin typeface="Arial" charset="0"/>
                <a:ea typeface="Times New Roman" pitchFamily="18" charset="0"/>
                <a:cs typeface="Courier New" pitchFamily="49" charset="0"/>
              </a:rPr>
              <a:t>eq 21</a:t>
            </a:r>
          </a:p>
          <a:p>
            <a:pPr eaLnBrk="0" hangingPunct="0">
              <a:defRPr/>
            </a:pPr>
            <a:r>
              <a:rPr lang="en-US" altLang="zh-CN" sz="2400" b="0">
                <a:solidFill>
                  <a:srgbClr val="000000"/>
                </a:solidFill>
                <a:latin typeface="Arial" charset="0"/>
                <a:ea typeface="SimSun" pitchFamily="2" charset="-122"/>
                <a:cs typeface="Courier New" pitchFamily="49" charset="0"/>
              </a:rPr>
              <a:t>R1(config)#</a:t>
            </a:r>
            <a:r>
              <a:rPr lang="en-US" altLang="zh-CN" sz="2400">
                <a:solidFill>
                  <a:srgbClr val="000000"/>
                </a:solidFill>
                <a:latin typeface="Arial" charset="0"/>
                <a:ea typeface="SimSun" pitchFamily="2" charset="-122"/>
                <a:cs typeface="Courier New" pitchFamily="49" charset="0"/>
              </a:rPr>
              <a:t> </a:t>
            </a:r>
            <a:r>
              <a:rPr lang="en-US" altLang="zh-CN" sz="2400">
                <a:solidFill>
                  <a:srgbClr val="000000"/>
                </a:solidFill>
                <a:latin typeface="Arial" charset="0"/>
                <a:ea typeface="SimSun" pitchFamily="2" charset="-122"/>
                <a:cs typeface="Times New Roman" pitchFamily="18" charset="0"/>
              </a:rPr>
              <a:t>access-list 101 deny</a:t>
            </a:r>
            <a:r>
              <a:rPr lang="en-US" altLang="zh-CN" sz="2400">
                <a:solidFill>
                  <a:schemeClr val="accent2"/>
                </a:solidFill>
                <a:effectLst>
                  <a:outerShdw blurRad="38100" dist="38100" dir="2700000" algn="tl">
                    <a:srgbClr val="C0C0C0"/>
                  </a:outerShdw>
                </a:effectLst>
                <a:latin typeface="Arial" charset="0"/>
                <a:ea typeface="SimSun" pitchFamily="2" charset="-122"/>
                <a:cs typeface="Times New Roman" pitchFamily="18" charset="0"/>
              </a:rPr>
              <a:t> tcp</a:t>
            </a:r>
            <a:r>
              <a:rPr lang="en-US" altLang="zh-CN" sz="2400">
                <a:solidFill>
                  <a:srgbClr val="000000"/>
                </a:solidFill>
                <a:latin typeface="Arial" charset="0"/>
                <a:ea typeface="SimSun" pitchFamily="2" charset="-122"/>
                <a:cs typeface="Times New Roman" pitchFamily="18" charset="0"/>
              </a:rPr>
              <a:t> 172.16.4.0 0.0.0.255 172.16.3.0 0.0.0.255 </a:t>
            </a:r>
            <a:r>
              <a:rPr lang="en-US" altLang="zh-CN" sz="2400">
                <a:solidFill>
                  <a:schemeClr val="accent2"/>
                </a:solidFill>
                <a:effectLst>
                  <a:outerShdw blurRad="38100" dist="38100" dir="2700000" algn="tl">
                    <a:srgbClr val="C0C0C0"/>
                  </a:outerShdw>
                </a:effectLst>
                <a:latin typeface="Arial" charset="0"/>
                <a:ea typeface="SimSun" pitchFamily="2" charset="-122"/>
                <a:cs typeface="Times New Roman" pitchFamily="18" charset="0"/>
              </a:rPr>
              <a:t>eq 20</a:t>
            </a:r>
          </a:p>
          <a:p>
            <a:pPr eaLnBrk="0" hangingPunct="0">
              <a:defRPr/>
            </a:pPr>
            <a:r>
              <a:rPr lang="en-US" altLang="zh-CN" sz="2400" b="0">
                <a:solidFill>
                  <a:srgbClr val="000000"/>
                </a:solidFill>
                <a:latin typeface="Arial" charset="0"/>
                <a:ea typeface="SimSun" pitchFamily="2" charset="-122"/>
                <a:cs typeface="Courier New" pitchFamily="49" charset="0"/>
              </a:rPr>
              <a:t>R1(config)#</a:t>
            </a:r>
            <a:r>
              <a:rPr lang="en-US" altLang="zh-CN" sz="2400">
                <a:solidFill>
                  <a:srgbClr val="000000"/>
                </a:solidFill>
                <a:latin typeface="Arial" charset="0"/>
                <a:ea typeface="SimSun" pitchFamily="2" charset="-122"/>
                <a:cs typeface="Courier New" pitchFamily="49" charset="0"/>
              </a:rPr>
              <a:t> </a:t>
            </a:r>
            <a:r>
              <a:rPr lang="en-US" altLang="zh-CN" sz="2400">
                <a:solidFill>
                  <a:srgbClr val="000000"/>
                </a:solidFill>
                <a:latin typeface="Arial" charset="0"/>
                <a:ea typeface="SimSun" pitchFamily="2" charset="-122"/>
                <a:cs typeface="Times New Roman" pitchFamily="18" charset="0"/>
              </a:rPr>
              <a:t>access-list 101 </a:t>
            </a:r>
            <a:r>
              <a:rPr lang="en-US" altLang="zh-CN" sz="2400">
                <a:solidFill>
                  <a:schemeClr val="accent2"/>
                </a:solidFill>
                <a:effectLst>
                  <a:outerShdw blurRad="38100" dist="38100" dir="2700000" algn="tl">
                    <a:srgbClr val="C0C0C0"/>
                  </a:outerShdw>
                </a:effectLst>
                <a:latin typeface="Arial" charset="0"/>
                <a:ea typeface="SimSun" pitchFamily="2" charset="-122"/>
                <a:cs typeface="Times New Roman" pitchFamily="18" charset="0"/>
              </a:rPr>
              <a:t>permit ip any any</a:t>
            </a:r>
          </a:p>
          <a:p>
            <a:pPr>
              <a:defRPr/>
            </a:pPr>
            <a:r>
              <a:rPr lang="en-US" altLang="zh-CN" sz="2400" b="0">
                <a:solidFill>
                  <a:srgbClr val="000000"/>
                </a:solidFill>
                <a:latin typeface="Arial" charset="0"/>
                <a:ea typeface="SimSun" pitchFamily="2" charset="-122"/>
                <a:cs typeface="Courier New" pitchFamily="49" charset="0"/>
              </a:rPr>
              <a:t>R1(config)#</a:t>
            </a:r>
            <a:r>
              <a:rPr lang="en-US" altLang="zh-CN" sz="2400">
                <a:solidFill>
                  <a:srgbClr val="000000"/>
                </a:solidFill>
                <a:latin typeface="Arial" charset="0"/>
                <a:ea typeface="SimSun" pitchFamily="2" charset="-122"/>
                <a:cs typeface="Courier New" pitchFamily="49" charset="0"/>
              </a:rPr>
              <a:t> interface ethernet 1</a:t>
            </a:r>
          </a:p>
          <a:p>
            <a:pPr>
              <a:defRPr/>
            </a:pPr>
            <a:r>
              <a:rPr lang="en-US" altLang="zh-CN" sz="2400" b="0">
                <a:solidFill>
                  <a:srgbClr val="000000"/>
                </a:solidFill>
                <a:latin typeface="Arial" charset="0"/>
                <a:ea typeface="SimSun" pitchFamily="2" charset="-122"/>
                <a:cs typeface="Courier New" pitchFamily="49" charset="0"/>
              </a:rPr>
              <a:t>R1(config-if)#</a:t>
            </a:r>
            <a:r>
              <a:rPr lang="en-US" altLang="zh-CN" sz="2400">
                <a:solidFill>
                  <a:srgbClr val="000000"/>
                </a:solidFill>
                <a:latin typeface="Arial" charset="0"/>
                <a:ea typeface="SimSun" pitchFamily="2" charset="-122"/>
                <a:cs typeface="Courier New" pitchFamily="49" charset="0"/>
              </a:rPr>
              <a:t> ip access-group 101 </a:t>
            </a:r>
            <a:r>
              <a:rPr lang="en-US" altLang="zh-CN" sz="2400">
                <a:solidFill>
                  <a:schemeClr val="accent2"/>
                </a:solidFill>
                <a:effectLst>
                  <a:outerShdw blurRad="38100" dist="38100" dir="2700000" algn="tl">
                    <a:srgbClr val="C0C0C0"/>
                  </a:outerShdw>
                </a:effectLst>
                <a:latin typeface="Arial" charset="0"/>
                <a:ea typeface="SimSun" pitchFamily="2" charset="-122"/>
                <a:cs typeface="Courier New" pitchFamily="49" charset="0"/>
              </a:rPr>
              <a:t>in</a:t>
            </a: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21D413C-884B-49CF-8C95-D91EE63CB82C}"/>
              </a:ext>
            </a:extLst>
          </p:cNvPr>
          <p:cNvSpPr txBox="1"/>
          <p:nvPr/>
        </p:nvSpPr>
        <p:spPr>
          <a:xfrm>
            <a:off x="1116106" y="959371"/>
            <a:ext cx="1980030" cy="424732"/>
          </a:xfrm>
          <a:prstGeom prst="rect">
            <a:avLst/>
          </a:prstGeom>
          <a:noFill/>
        </p:spPr>
        <p:txBody>
          <a:bodyPr wrap="none" rtlCol="0">
            <a:spAutoFit/>
          </a:bodyPr>
          <a:lstStyle/>
          <a:p>
            <a:r>
              <a:rPr lang="zh-CN" altLang="en-US" dirty="0"/>
              <a:t>限制</a:t>
            </a:r>
            <a:r>
              <a:rPr lang="en-US" altLang="zh-CN" dirty="0"/>
              <a:t>TLENET</a:t>
            </a:r>
            <a:endParaRPr lang="zh-CN" altLang="en-US" dirty="0"/>
          </a:p>
        </p:txBody>
      </p:sp>
      <p:sp>
        <p:nvSpPr>
          <p:cNvPr id="2" name="文本框 1">
            <a:extLst>
              <a:ext uri="{FF2B5EF4-FFF2-40B4-BE49-F238E27FC236}">
                <a16:creationId xmlns:a16="http://schemas.microsoft.com/office/drawing/2014/main" id="{30722DD0-F4C6-45C0-AAF9-5D7261F558BE}"/>
              </a:ext>
            </a:extLst>
          </p:cNvPr>
          <p:cNvSpPr txBox="1"/>
          <p:nvPr/>
        </p:nvSpPr>
        <p:spPr>
          <a:xfrm>
            <a:off x="714997" y="1588958"/>
            <a:ext cx="5331909" cy="424732"/>
          </a:xfrm>
          <a:prstGeom prst="rect">
            <a:avLst/>
          </a:prstGeom>
          <a:noFill/>
        </p:spPr>
        <p:txBody>
          <a:bodyPr wrap="none" rtlCol="0">
            <a:spAutoFit/>
          </a:bodyPr>
          <a:lstStyle/>
          <a:p>
            <a:r>
              <a:rPr lang="zh-CN" altLang="en-US" dirty="0"/>
              <a:t>利用扩展访问控制列表限制</a:t>
            </a:r>
            <a:r>
              <a:rPr lang="en-US" altLang="zh-CN" dirty="0"/>
              <a:t>telnet </a:t>
            </a:r>
            <a:r>
              <a:rPr lang="zh-CN" altLang="en-US" dirty="0"/>
              <a:t>访问</a:t>
            </a:r>
            <a:endParaRPr lang="en-US" altLang="zh-CN" dirty="0"/>
          </a:p>
        </p:txBody>
      </p:sp>
      <p:sp>
        <p:nvSpPr>
          <p:cNvPr id="4" name="矩形 3">
            <a:extLst>
              <a:ext uri="{FF2B5EF4-FFF2-40B4-BE49-F238E27FC236}">
                <a16:creationId xmlns:a16="http://schemas.microsoft.com/office/drawing/2014/main" id="{124C7491-DAE0-4B49-85C7-E3D8ACC026F6}"/>
              </a:ext>
            </a:extLst>
          </p:cNvPr>
          <p:cNvSpPr/>
          <p:nvPr/>
        </p:nvSpPr>
        <p:spPr>
          <a:xfrm>
            <a:off x="714997" y="2480808"/>
            <a:ext cx="7172793" cy="757130"/>
          </a:xfrm>
          <a:prstGeom prst="rect">
            <a:avLst/>
          </a:prstGeom>
        </p:spPr>
        <p:txBody>
          <a:bodyPr wrap="square">
            <a:spAutoFit/>
          </a:bodyPr>
          <a:lstStyle/>
          <a:p>
            <a:r>
              <a:rPr lang="en-US" altLang="zh-CN" dirty="0"/>
              <a:t>access-list 100 </a:t>
            </a:r>
            <a:r>
              <a:rPr lang="en-US" altLang="zh-CN"/>
              <a:t>deny </a:t>
            </a:r>
            <a:r>
              <a:rPr lang="en-US" altLang="zh-CN" smtClean="0"/>
              <a:t>TCP host </a:t>
            </a:r>
            <a:r>
              <a:rPr lang="en-US" altLang="zh-CN" dirty="0"/>
              <a:t>10.1.43.2 host 172.31.2.6 eq 23</a:t>
            </a:r>
            <a:endParaRPr lang="zh-CN" altLang="en-US" dirty="0"/>
          </a:p>
        </p:txBody>
      </p:sp>
      <p:sp>
        <p:nvSpPr>
          <p:cNvPr id="5" name="矩形 4">
            <a:extLst>
              <a:ext uri="{FF2B5EF4-FFF2-40B4-BE49-F238E27FC236}">
                <a16:creationId xmlns:a16="http://schemas.microsoft.com/office/drawing/2014/main" id="{9859CDF9-5CAA-48B4-8681-E0116A317CA9}"/>
              </a:ext>
            </a:extLst>
          </p:cNvPr>
          <p:cNvSpPr/>
          <p:nvPr/>
        </p:nvSpPr>
        <p:spPr>
          <a:xfrm>
            <a:off x="-287894" y="3407697"/>
            <a:ext cx="6768059" cy="424732"/>
          </a:xfrm>
          <a:prstGeom prst="rect">
            <a:avLst/>
          </a:prstGeom>
        </p:spPr>
        <p:txBody>
          <a:bodyPr wrap="square">
            <a:spAutoFit/>
          </a:bodyPr>
          <a:lstStyle/>
          <a:p>
            <a:r>
              <a:rPr lang="en-US" altLang="zh-CN" dirty="0"/>
              <a:t>access-list 100 permit </a:t>
            </a:r>
            <a:r>
              <a:rPr lang="en-US" altLang="zh-CN" dirty="0" err="1"/>
              <a:t>ip</a:t>
            </a:r>
            <a:r>
              <a:rPr lang="en-US" altLang="zh-CN" dirty="0"/>
              <a:t> any </a:t>
            </a:r>
            <a:r>
              <a:rPr lang="en-US" altLang="zh-CN" dirty="0" err="1"/>
              <a:t>any</a:t>
            </a:r>
            <a:endParaRPr lang="zh-CN" altLang="en-US" dirty="0"/>
          </a:p>
        </p:txBody>
      </p:sp>
      <p:sp>
        <p:nvSpPr>
          <p:cNvPr id="6" name="矩形 5">
            <a:extLst>
              <a:ext uri="{FF2B5EF4-FFF2-40B4-BE49-F238E27FC236}">
                <a16:creationId xmlns:a16="http://schemas.microsoft.com/office/drawing/2014/main" id="{C6AC6C14-47D6-4152-8337-627ADD3AD734}"/>
              </a:ext>
            </a:extLst>
          </p:cNvPr>
          <p:cNvSpPr/>
          <p:nvPr/>
        </p:nvSpPr>
        <p:spPr>
          <a:xfrm>
            <a:off x="880799" y="4237256"/>
            <a:ext cx="1194558" cy="424732"/>
          </a:xfrm>
          <a:prstGeom prst="rect">
            <a:avLst/>
          </a:prstGeom>
        </p:spPr>
        <p:txBody>
          <a:bodyPr wrap="none">
            <a:spAutoFit/>
          </a:bodyPr>
          <a:lstStyle/>
          <a:p>
            <a:r>
              <a:rPr lang="en-US" altLang="zh-CN" dirty="0"/>
              <a:t>int g0/0</a:t>
            </a:r>
            <a:endParaRPr lang="zh-CN" altLang="en-US" dirty="0"/>
          </a:p>
        </p:txBody>
      </p:sp>
      <p:sp>
        <p:nvSpPr>
          <p:cNvPr id="7" name="矩形 6">
            <a:extLst>
              <a:ext uri="{FF2B5EF4-FFF2-40B4-BE49-F238E27FC236}">
                <a16:creationId xmlns:a16="http://schemas.microsoft.com/office/drawing/2014/main" id="{37BF5876-FB09-4469-B0DC-B3970541FF19}"/>
              </a:ext>
            </a:extLst>
          </p:cNvPr>
          <p:cNvSpPr/>
          <p:nvPr/>
        </p:nvSpPr>
        <p:spPr>
          <a:xfrm>
            <a:off x="880799" y="4854449"/>
            <a:ext cx="3284874" cy="424732"/>
          </a:xfrm>
          <a:prstGeom prst="rect">
            <a:avLst/>
          </a:prstGeom>
        </p:spPr>
        <p:txBody>
          <a:bodyPr wrap="none">
            <a:spAutoFit/>
          </a:bodyPr>
          <a:lstStyle/>
          <a:p>
            <a:r>
              <a:rPr lang="en-US" altLang="zh-CN" dirty="0" err="1"/>
              <a:t>ip</a:t>
            </a:r>
            <a:r>
              <a:rPr lang="en-US" altLang="zh-CN" dirty="0"/>
              <a:t> access-group 100 in</a:t>
            </a:r>
            <a:endParaRPr lang="zh-CN" altLang="en-US" dirty="0"/>
          </a:p>
        </p:txBody>
      </p:sp>
    </p:spTree>
    <p:extLst>
      <p:ext uri="{BB962C8B-B14F-4D97-AF65-F5344CB8AC3E}">
        <p14:creationId xmlns:p14="http://schemas.microsoft.com/office/powerpoint/2010/main" val="186571434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7">
            <a:extLst>
              <a:ext uri="{FF2B5EF4-FFF2-40B4-BE49-F238E27FC236}">
                <a16:creationId xmlns:a16="http://schemas.microsoft.com/office/drawing/2014/main" id="{C9C88900-558E-4E9A-8953-4A032511C85F}"/>
              </a:ext>
            </a:extLst>
          </p:cNvPr>
          <p:cNvSpPr>
            <a:spLocks noGrp="1"/>
          </p:cNvSpPr>
          <p:nvPr>
            <p:ph type="title" idx="4294967295"/>
          </p:nvPr>
        </p:nvSpPr>
        <p:spPr>
          <a:xfrm>
            <a:off x="495300" y="1371600"/>
            <a:ext cx="8343900" cy="609600"/>
          </a:xfrm>
        </p:spPr>
        <p:txBody>
          <a:bodyPr/>
          <a:lstStyle/>
          <a:p>
            <a:pPr eaLnBrk="1" hangingPunct="1"/>
            <a:r>
              <a:rPr lang="zh-CN" altLang="en-US" dirty="0">
                <a:ea typeface="宋体" panose="02010600030101010101" pitchFamily="2" charset="-122"/>
              </a:rPr>
              <a:t> </a:t>
            </a:r>
            <a:r>
              <a:rPr lang="en-US" altLang="zh-CN" dirty="0">
                <a:ea typeface="宋体" panose="02010600030101010101" pitchFamily="2" charset="-122"/>
              </a:rPr>
              <a:t>TCP Established</a:t>
            </a:r>
            <a:r>
              <a:rPr lang="zh-CN" altLang="en-US" dirty="0">
                <a:ea typeface="宋体" panose="02010600030101010101" pitchFamily="2" charset="-122"/>
              </a:rPr>
              <a:t>选项的语法</a:t>
            </a:r>
          </a:p>
        </p:txBody>
      </p:sp>
      <p:sp>
        <p:nvSpPr>
          <p:cNvPr id="35843" name="Content Placeholder 9">
            <a:extLst>
              <a:ext uri="{FF2B5EF4-FFF2-40B4-BE49-F238E27FC236}">
                <a16:creationId xmlns:a16="http://schemas.microsoft.com/office/drawing/2014/main" id="{B4AF003E-3E47-406E-B5F2-37B56F343A4A}"/>
              </a:ext>
            </a:extLst>
          </p:cNvPr>
          <p:cNvSpPr>
            <a:spLocks noGrp="1"/>
          </p:cNvSpPr>
          <p:nvPr>
            <p:ph idx="4294967295"/>
          </p:nvPr>
        </p:nvSpPr>
        <p:spPr>
          <a:xfrm>
            <a:off x="684213" y="3505200"/>
            <a:ext cx="8002587" cy="2819400"/>
          </a:xfrm>
        </p:spPr>
        <p:txBody>
          <a:bodyPr/>
          <a:lstStyle/>
          <a:p>
            <a:pPr marL="609600" indent="-609600">
              <a:buFont typeface="Wingdings" panose="05000000000000000000" pitchFamily="2" charset="2"/>
              <a:buNone/>
            </a:pPr>
            <a:r>
              <a:rPr lang="en-US" altLang="zh-CN" sz="2000" dirty="0">
                <a:ea typeface="宋体" panose="02010600030101010101" pitchFamily="2" charset="-122"/>
              </a:rPr>
              <a:t>established </a:t>
            </a:r>
            <a:r>
              <a:rPr lang="zh-CN" altLang="en-US" sz="2000" dirty="0">
                <a:ea typeface="宋体" panose="02010600030101010101" pitchFamily="2" charset="-122"/>
              </a:rPr>
              <a:t>关键字</a:t>
            </a:r>
            <a:r>
              <a:rPr lang="en-US" altLang="zh-CN" sz="2000" dirty="0">
                <a:ea typeface="宋体" panose="02010600030101010101" pitchFamily="2" charset="-122"/>
              </a:rPr>
              <a:t>:</a:t>
            </a:r>
          </a:p>
          <a:p>
            <a:pPr marL="609600" indent="-609600">
              <a:buFont typeface="Wingdings" panose="05000000000000000000" pitchFamily="2" charset="2"/>
              <a:buAutoNum type="romanUcPeriod"/>
            </a:pPr>
            <a:r>
              <a:rPr lang="zh-CN" altLang="en-US" sz="2000" dirty="0">
                <a:ea typeface="宋体" panose="02010600030101010101" pitchFamily="2" charset="-122"/>
              </a:rPr>
              <a:t>强制路由器检查</a:t>
            </a:r>
            <a:r>
              <a:rPr lang="en-US" altLang="zh-CN" sz="2000" dirty="0">
                <a:ea typeface="宋体" panose="02010600030101010101" pitchFamily="2" charset="-122"/>
              </a:rPr>
              <a:t>TCP ACK</a:t>
            </a:r>
            <a:r>
              <a:rPr lang="zh-CN" altLang="en-US" sz="2000" dirty="0">
                <a:ea typeface="宋体" panose="02010600030101010101" pitchFamily="2" charset="-122"/>
              </a:rPr>
              <a:t>或</a:t>
            </a:r>
            <a:r>
              <a:rPr lang="en-US" altLang="zh-CN" sz="2000" dirty="0">
                <a:ea typeface="宋体" panose="02010600030101010101" pitchFamily="2" charset="-122"/>
              </a:rPr>
              <a:t>RST</a:t>
            </a:r>
            <a:r>
              <a:rPr lang="zh-CN" altLang="en-US" sz="2000" dirty="0">
                <a:ea typeface="宋体" panose="02010600030101010101" pitchFamily="2" charset="-122"/>
              </a:rPr>
              <a:t>控制位是否被设置，如果设置了</a:t>
            </a:r>
            <a:r>
              <a:rPr lang="en-US" altLang="zh-CN" sz="2000" dirty="0">
                <a:ea typeface="宋体" panose="02010600030101010101" pitchFamily="2" charset="-122"/>
              </a:rPr>
              <a:t>ACK,TCP</a:t>
            </a:r>
            <a:r>
              <a:rPr lang="zh-CN" altLang="en-US" sz="2000" dirty="0">
                <a:ea typeface="宋体" panose="02010600030101010101" pitchFamily="2" charset="-122"/>
              </a:rPr>
              <a:t>流被允许</a:t>
            </a:r>
            <a:r>
              <a:rPr lang="en-US" altLang="zh-CN" sz="2000" dirty="0">
                <a:ea typeface="宋体" panose="02010600030101010101" pitchFamily="2" charset="-122"/>
              </a:rPr>
              <a:t>;</a:t>
            </a:r>
            <a:r>
              <a:rPr lang="zh-CN" altLang="en-US" sz="2000" dirty="0">
                <a:ea typeface="宋体" panose="02010600030101010101" pitchFamily="2" charset="-122"/>
              </a:rPr>
              <a:t>如果没有，则假定是源于外部的新连接。</a:t>
            </a:r>
          </a:p>
          <a:p>
            <a:pPr marL="609600" indent="-609600">
              <a:buFont typeface="Wingdings" panose="05000000000000000000" pitchFamily="2" charset="2"/>
              <a:buAutoNum type="romanUcPeriod"/>
            </a:pPr>
            <a:r>
              <a:rPr lang="zh-CN" altLang="en-US" sz="2000" dirty="0">
                <a:ea typeface="宋体" panose="02010600030101010101" pitchFamily="2" charset="-122"/>
              </a:rPr>
              <a:t>使用</a:t>
            </a:r>
            <a:r>
              <a:rPr lang="en-US" altLang="zh-CN" sz="2000" dirty="0">
                <a:ea typeface="宋体" panose="02010600030101010101" pitchFamily="2" charset="-122"/>
              </a:rPr>
              <a:t>Established</a:t>
            </a:r>
            <a:r>
              <a:rPr lang="zh-CN" altLang="en-US" sz="2000" dirty="0">
                <a:ea typeface="宋体" panose="02010600030101010101" pitchFamily="2" charset="-122"/>
              </a:rPr>
              <a:t>参数，则不能实现状态防火墙</a:t>
            </a:r>
          </a:p>
          <a:p>
            <a:pPr marL="609600" indent="-609600">
              <a:buFont typeface="Wingdings" panose="05000000000000000000" pitchFamily="2" charset="2"/>
              <a:buAutoNum type="romanUcPeriod"/>
            </a:pPr>
            <a:r>
              <a:rPr lang="zh-CN" altLang="en-US" sz="2000" dirty="0">
                <a:ea typeface="宋体" panose="02010600030101010101" pitchFamily="2" charset="-122"/>
              </a:rPr>
              <a:t>黑客可以利用其缺点，假冒返回流量</a:t>
            </a:r>
          </a:p>
          <a:p>
            <a:pPr marL="609600" indent="-609600">
              <a:buFont typeface="Wingdings" panose="05000000000000000000" pitchFamily="2" charset="2"/>
              <a:buAutoNum type="romanUcPeriod"/>
            </a:pPr>
            <a:r>
              <a:rPr lang="zh-CN" altLang="en-US" sz="2000" dirty="0">
                <a:ea typeface="宋体" panose="02010600030101010101" pitchFamily="2" charset="-122"/>
              </a:rPr>
              <a:t>不能应用于 </a:t>
            </a:r>
            <a:r>
              <a:rPr lang="en-US" altLang="zh-CN" sz="2000" dirty="0">
                <a:ea typeface="宋体" panose="02010600030101010101" pitchFamily="2" charset="-122"/>
              </a:rPr>
              <a:t>UDP</a:t>
            </a:r>
            <a:r>
              <a:rPr lang="zh-CN" altLang="en-US" sz="2000" dirty="0">
                <a:ea typeface="宋体" panose="02010600030101010101" pitchFamily="2" charset="-122"/>
              </a:rPr>
              <a:t>或 </a:t>
            </a:r>
            <a:r>
              <a:rPr lang="en-US" altLang="zh-CN" sz="2000" dirty="0">
                <a:ea typeface="宋体" panose="02010600030101010101" pitchFamily="2" charset="-122"/>
              </a:rPr>
              <a:t>ICMP</a:t>
            </a:r>
            <a:r>
              <a:rPr lang="zh-CN" altLang="en-US" sz="2000" dirty="0">
                <a:ea typeface="宋体" panose="02010600030101010101" pitchFamily="2" charset="-122"/>
              </a:rPr>
              <a:t>流量</a:t>
            </a:r>
          </a:p>
        </p:txBody>
      </p:sp>
      <p:sp>
        <p:nvSpPr>
          <p:cNvPr id="11" name="TextBox 10">
            <a:extLst>
              <a:ext uri="{FF2B5EF4-FFF2-40B4-BE49-F238E27FC236}">
                <a16:creationId xmlns:a16="http://schemas.microsoft.com/office/drawing/2014/main" id="{B82F5EE3-88E1-43B3-9F45-5790CAF034A2}"/>
              </a:ext>
            </a:extLst>
          </p:cNvPr>
          <p:cNvSpPr txBox="1"/>
          <p:nvPr/>
        </p:nvSpPr>
        <p:spPr>
          <a:xfrm>
            <a:off x="609600" y="2286000"/>
            <a:ext cx="8001000" cy="1190625"/>
          </a:xfrm>
          <a:prstGeom prst="rect">
            <a:avLst/>
          </a:prstGeom>
          <a:solidFill>
            <a:schemeClr val="bg1">
              <a:lumMod val="75000"/>
            </a:schemeClr>
          </a:solidFill>
        </p:spPr>
        <p:txBody>
          <a:bodyPr>
            <a:spAutoFit/>
          </a:bodyPr>
          <a:lstStyle>
            <a:lvl1pPr eaLnBrk="0" hangingPunct="0">
              <a:defRPr sz="3400" b="1">
                <a:solidFill>
                  <a:schemeClr val="tx1"/>
                </a:solidFill>
                <a:latin typeface="Arial" panose="020B0604020202020204" pitchFamily="34" charset="0"/>
              </a:defRPr>
            </a:lvl1pPr>
            <a:lvl2pPr marL="742950" indent="-285750" eaLnBrk="0" hangingPunct="0">
              <a:defRPr sz="3400" b="1">
                <a:solidFill>
                  <a:schemeClr val="tx1"/>
                </a:solidFill>
                <a:latin typeface="Arial" panose="020B0604020202020204" pitchFamily="34" charset="0"/>
              </a:defRPr>
            </a:lvl2pPr>
            <a:lvl3pPr marL="1143000" indent="-228600" eaLnBrk="0" hangingPunct="0">
              <a:defRPr sz="3400" b="1">
                <a:solidFill>
                  <a:schemeClr val="tx1"/>
                </a:solidFill>
                <a:latin typeface="Arial" panose="020B0604020202020204" pitchFamily="34" charset="0"/>
              </a:defRPr>
            </a:lvl3pPr>
            <a:lvl4pPr marL="1600200" indent="-228600" eaLnBrk="0" hangingPunct="0">
              <a:defRPr sz="3400" b="1">
                <a:solidFill>
                  <a:schemeClr val="tx1"/>
                </a:solidFill>
                <a:latin typeface="Arial" panose="020B0604020202020204" pitchFamily="34" charset="0"/>
              </a:defRPr>
            </a:lvl4pPr>
            <a:lvl5pPr marL="2057400" indent="-228600" eaLnBrk="0" hangingPunct="0">
              <a:defRPr sz="3400" b="1">
                <a:solidFill>
                  <a:schemeClr val="tx1"/>
                </a:solidFill>
                <a:latin typeface="Arial" panose="020B0604020202020204" pitchFamily="34" charset="0"/>
              </a:defRPr>
            </a:lvl5pPr>
            <a:lvl6pPr marL="2514600" indent="-228600" eaLnBrk="0" fontAlgn="base" hangingPunct="0">
              <a:spcBef>
                <a:spcPct val="0"/>
              </a:spcBef>
              <a:spcAft>
                <a:spcPct val="0"/>
              </a:spcAft>
              <a:defRPr sz="3400" b="1">
                <a:solidFill>
                  <a:schemeClr val="tx1"/>
                </a:solidFill>
                <a:latin typeface="Arial" panose="020B0604020202020204" pitchFamily="34" charset="0"/>
              </a:defRPr>
            </a:lvl6pPr>
            <a:lvl7pPr marL="2971800" indent="-228600" eaLnBrk="0" fontAlgn="base" hangingPunct="0">
              <a:spcBef>
                <a:spcPct val="0"/>
              </a:spcBef>
              <a:spcAft>
                <a:spcPct val="0"/>
              </a:spcAft>
              <a:defRPr sz="3400" b="1">
                <a:solidFill>
                  <a:schemeClr val="tx1"/>
                </a:solidFill>
                <a:latin typeface="Arial" panose="020B0604020202020204" pitchFamily="34" charset="0"/>
              </a:defRPr>
            </a:lvl7pPr>
            <a:lvl8pPr marL="3429000" indent="-228600" eaLnBrk="0" fontAlgn="base" hangingPunct="0">
              <a:spcBef>
                <a:spcPct val="0"/>
              </a:spcBef>
              <a:spcAft>
                <a:spcPct val="0"/>
              </a:spcAft>
              <a:defRPr sz="3400" b="1">
                <a:solidFill>
                  <a:schemeClr val="tx1"/>
                </a:solidFill>
                <a:latin typeface="Arial" panose="020B0604020202020204" pitchFamily="34" charset="0"/>
              </a:defRPr>
            </a:lvl8pPr>
            <a:lvl9pPr marL="3886200" indent="-228600" eaLnBrk="0" fontAlgn="base" hangingPunct="0">
              <a:spcBef>
                <a:spcPct val="0"/>
              </a:spcBef>
              <a:spcAft>
                <a:spcPct val="0"/>
              </a:spcAft>
              <a:defRPr sz="3400" b="1">
                <a:solidFill>
                  <a:schemeClr val="tx1"/>
                </a:solidFill>
                <a:latin typeface="Arial" panose="020B0604020202020204" pitchFamily="34" charset="0"/>
              </a:defRPr>
            </a:lvl9pPr>
          </a:lstStyle>
          <a:p>
            <a:pPr>
              <a:lnSpc>
                <a:spcPct val="90000"/>
              </a:lnSpc>
            </a:pPr>
            <a:r>
              <a:rPr lang="en-US" altLang="zh-CN" sz="2000" b="0">
                <a:latin typeface="Courier New" panose="02070309020205020404" pitchFamily="49" charset="0"/>
                <a:ea typeface="宋体" panose="02010600030101010101" pitchFamily="2" charset="-122"/>
                <a:cs typeface="Courier New" panose="02070309020205020404" pitchFamily="49" charset="0"/>
              </a:rPr>
              <a:t>Router(config)# access-list </a:t>
            </a:r>
            <a:r>
              <a:rPr lang="en-US" altLang="zh-CN" sz="2000" b="0" i="1">
                <a:latin typeface="Courier New" panose="02070309020205020404" pitchFamily="49" charset="0"/>
                <a:ea typeface="宋体" panose="02010600030101010101" pitchFamily="2" charset="-122"/>
                <a:cs typeface="Courier New" panose="02070309020205020404" pitchFamily="49" charset="0"/>
              </a:rPr>
              <a:t>access-list-number</a:t>
            </a:r>
            <a:r>
              <a:rPr lang="en-US" altLang="zh-CN" sz="2000" b="0">
                <a:latin typeface="Courier New" panose="02070309020205020404" pitchFamily="49" charset="0"/>
                <a:ea typeface="宋体" panose="02010600030101010101" pitchFamily="2" charset="-122"/>
                <a:cs typeface="Courier New" panose="02070309020205020404" pitchFamily="49" charset="0"/>
              </a:rPr>
              <a:t> {permit | deny} </a:t>
            </a:r>
            <a:r>
              <a:rPr lang="en-US" altLang="zh-CN" sz="2000" b="0" i="1">
                <a:latin typeface="Courier New" panose="02070309020205020404" pitchFamily="49" charset="0"/>
                <a:ea typeface="宋体" panose="02010600030101010101" pitchFamily="2" charset="-122"/>
                <a:cs typeface="Courier New" panose="02070309020205020404" pitchFamily="49" charset="0"/>
              </a:rPr>
              <a:t>protocol source source-wildcard </a:t>
            </a:r>
            <a:r>
              <a:rPr lang="en-US" altLang="zh-CN" sz="2000" b="0">
                <a:latin typeface="Courier New" panose="02070309020205020404" pitchFamily="49" charset="0"/>
                <a:ea typeface="宋体" panose="02010600030101010101" pitchFamily="2" charset="-122"/>
                <a:cs typeface="Courier New" panose="02070309020205020404" pitchFamily="49" charset="0"/>
              </a:rPr>
              <a:t>[</a:t>
            </a:r>
            <a:r>
              <a:rPr lang="en-US" altLang="zh-CN" sz="2000" b="0" i="1">
                <a:latin typeface="Courier New" panose="02070309020205020404" pitchFamily="49" charset="0"/>
                <a:ea typeface="宋体" panose="02010600030101010101" pitchFamily="2" charset="-122"/>
                <a:cs typeface="Courier New" panose="02070309020205020404" pitchFamily="49" charset="0"/>
              </a:rPr>
              <a:t>operator port</a:t>
            </a:r>
            <a:r>
              <a:rPr lang="en-US" altLang="zh-CN" sz="2000" b="0">
                <a:latin typeface="Courier New" panose="02070309020205020404" pitchFamily="49" charset="0"/>
                <a:ea typeface="宋体" panose="02010600030101010101" pitchFamily="2" charset="-122"/>
                <a:cs typeface="Courier New" panose="02070309020205020404" pitchFamily="49" charset="0"/>
              </a:rPr>
              <a:t>] </a:t>
            </a:r>
            <a:r>
              <a:rPr lang="en-US" altLang="zh-CN" sz="2000" b="0" i="1">
                <a:latin typeface="Courier New" panose="02070309020205020404" pitchFamily="49" charset="0"/>
                <a:ea typeface="宋体" panose="02010600030101010101" pitchFamily="2" charset="-122"/>
                <a:cs typeface="Courier New" panose="02070309020205020404" pitchFamily="49" charset="0"/>
              </a:rPr>
              <a:t>destination destination-wildcard </a:t>
            </a:r>
            <a:r>
              <a:rPr lang="en-US" altLang="zh-CN" sz="2000" b="0">
                <a:latin typeface="Courier New" panose="02070309020205020404" pitchFamily="49" charset="0"/>
                <a:ea typeface="宋体" panose="02010600030101010101" pitchFamily="2" charset="-122"/>
                <a:cs typeface="Courier New" panose="02070309020205020404" pitchFamily="49" charset="0"/>
              </a:rPr>
              <a:t>[</a:t>
            </a:r>
            <a:r>
              <a:rPr lang="en-US" altLang="zh-CN" sz="2000" b="0" i="1">
                <a:latin typeface="Courier New" panose="02070309020205020404" pitchFamily="49" charset="0"/>
                <a:ea typeface="宋体" panose="02010600030101010101" pitchFamily="2" charset="-122"/>
                <a:cs typeface="Courier New" panose="02070309020205020404" pitchFamily="49" charset="0"/>
              </a:rPr>
              <a:t>operator port</a:t>
            </a:r>
            <a:r>
              <a:rPr lang="en-US" altLang="zh-CN" sz="2000" b="0">
                <a:latin typeface="Courier New" panose="02070309020205020404" pitchFamily="49" charset="0"/>
                <a:ea typeface="宋体" panose="02010600030101010101" pitchFamily="2" charset="-122"/>
                <a:cs typeface="Courier New" panose="02070309020205020404" pitchFamily="49" charset="0"/>
              </a:rPr>
              <a:t>] [established]</a:t>
            </a:r>
            <a:endParaRPr lang="en-US" altLang="zh-CN" sz="3000">
              <a:ea typeface="宋体" panose="02010600030101010101" pitchFamily="2" charset="-122"/>
              <a:cs typeface="Courier New" panose="02070309020205020404" pitchFamily="49" charset="0"/>
            </a:endParaRPr>
          </a:p>
        </p:txBody>
      </p:sp>
      <p:sp>
        <p:nvSpPr>
          <p:cNvPr id="35845" name="Title 4">
            <a:extLst>
              <a:ext uri="{FF2B5EF4-FFF2-40B4-BE49-F238E27FC236}">
                <a16:creationId xmlns:a16="http://schemas.microsoft.com/office/drawing/2014/main" id="{1E046906-B87B-4247-82F2-7741A4C7891D}"/>
              </a:ext>
            </a:extLst>
          </p:cNvPr>
          <p:cNvSpPr>
            <a:spLocks/>
          </p:cNvSpPr>
          <p:nvPr/>
        </p:nvSpPr>
        <p:spPr bwMode="auto">
          <a:xfrm>
            <a:off x="495300" y="457200"/>
            <a:ext cx="83439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lIns="82124" tIns="41061" rIns="82124" bIns="41061" anchor="b"/>
          <a:lstStyle>
            <a:lvl1pPr defTabSz="814388" eaLnBrk="0" hangingPunct="0">
              <a:defRPr sz="3400" b="1">
                <a:solidFill>
                  <a:schemeClr val="tx1"/>
                </a:solidFill>
                <a:latin typeface="Arial" panose="020B0604020202020204" pitchFamily="34" charset="0"/>
              </a:defRPr>
            </a:lvl1pPr>
            <a:lvl2pPr marL="742950" indent="-285750" defTabSz="814388" eaLnBrk="0" hangingPunct="0">
              <a:defRPr sz="3400" b="1">
                <a:solidFill>
                  <a:schemeClr val="tx1"/>
                </a:solidFill>
                <a:latin typeface="Arial" panose="020B0604020202020204" pitchFamily="34" charset="0"/>
              </a:defRPr>
            </a:lvl2pPr>
            <a:lvl3pPr marL="1143000" indent="-228600" defTabSz="814388" eaLnBrk="0" hangingPunct="0">
              <a:defRPr sz="3400" b="1">
                <a:solidFill>
                  <a:schemeClr val="tx1"/>
                </a:solidFill>
                <a:latin typeface="Arial" panose="020B0604020202020204" pitchFamily="34" charset="0"/>
              </a:defRPr>
            </a:lvl3pPr>
            <a:lvl4pPr marL="1600200" indent="-228600" defTabSz="814388" eaLnBrk="0" hangingPunct="0">
              <a:defRPr sz="3400" b="1">
                <a:solidFill>
                  <a:schemeClr val="tx1"/>
                </a:solidFill>
                <a:latin typeface="Arial" panose="020B0604020202020204" pitchFamily="34" charset="0"/>
              </a:defRPr>
            </a:lvl4pPr>
            <a:lvl5pPr marL="2057400" indent="-228600" defTabSz="814388" eaLnBrk="0" hangingPunct="0">
              <a:defRPr sz="34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4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4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4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lnSpc>
                <a:spcPct val="90000"/>
              </a:lnSpc>
            </a:pPr>
            <a:r>
              <a:rPr lang="zh-CN" altLang="en-US" sz="3200" dirty="0">
                <a:solidFill>
                  <a:srgbClr val="708CA1"/>
                </a:solidFill>
                <a:ea typeface="宋体" panose="02010600030101010101" pitchFamily="2" charset="-122"/>
              </a:rPr>
              <a:t>配置</a:t>
            </a:r>
            <a:r>
              <a:rPr lang="en-US" altLang="zh-CN" sz="3200" dirty="0">
                <a:solidFill>
                  <a:srgbClr val="708CA1"/>
                </a:solidFill>
                <a:ea typeface="宋体" panose="02010600030101010101" pitchFamily="2" charset="-122"/>
              </a:rPr>
              <a:t>TCP</a:t>
            </a:r>
            <a:r>
              <a:rPr lang="zh-CN" altLang="en-US" sz="3200" dirty="0">
                <a:solidFill>
                  <a:srgbClr val="708CA1"/>
                </a:solidFill>
                <a:ea typeface="宋体" panose="02010600030101010101" pitchFamily="2" charset="-122"/>
              </a:rPr>
              <a:t>的</a:t>
            </a:r>
            <a:r>
              <a:rPr lang="en-US" altLang="zh-CN" sz="3200" dirty="0">
                <a:solidFill>
                  <a:srgbClr val="708CA1"/>
                </a:solidFill>
                <a:ea typeface="宋体" panose="02010600030101010101" pitchFamily="2" charset="-122"/>
              </a:rPr>
              <a:t>Established</a:t>
            </a:r>
            <a:r>
              <a:rPr lang="zh-CN" altLang="en-US" sz="3200" dirty="0">
                <a:solidFill>
                  <a:srgbClr val="708CA1"/>
                </a:solidFill>
                <a:ea typeface="宋体" panose="02010600030101010101" pitchFamily="2" charset="-122"/>
              </a:rPr>
              <a:t>和自反 </a:t>
            </a:r>
            <a:r>
              <a:rPr lang="en-US" altLang="zh-CN" sz="3200" dirty="0">
                <a:solidFill>
                  <a:srgbClr val="708CA1"/>
                </a:solidFill>
                <a:ea typeface="宋体" panose="02010600030101010101" pitchFamily="2" charset="-122"/>
              </a:rPr>
              <a:t>ACL</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D79C4E58-13F1-4252-9A7E-B4E882E9229E}"/>
              </a:ext>
            </a:extLst>
          </p:cNvPr>
          <p:cNvSpPr>
            <a:spLocks noGrp="1"/>
          </p:cNvSpPr>
          <p:nvPr>
            <p:ph type="title" idx="4294967295"/>
          </p:nvPr>
        </p:nvSpPr>
        <p:spPr/>
        <p:txBody>
          <a:bodyPr/>
          <a:lstStyle/>
          <a:p>
            <a:pPr eaLnBrk="1" hangingPunct="1"/>
            <a:r>
              <a:rPr lang="zh-CN" altLang="en-US" dirty="0">
                <a:ea typeface="宋体" panose="02010600030101010101" pitchFamily="2" charset="-122"/>
              </a:rPr>
              <a:t>基于时间的 </a:t>
            </a:r>
            <a:r>
              <a:rPr lang="en-US" altLang="zh-CN" dirty="0">
                <a:ea typeface="宋体" panose="02010600030101010101" pitchFamily="2" charset="-122"/>
              </a:rPr>
              <a:t>ACL</a:t>
            </a:r>
          </a:p>
        </p:txBody>
      </p:sp>
      <p:sp>
        <p:nvSpPr>
          <p:cNvPr id="45059" name="Content Placeholder 2">
            <a:extLst>
              <a:ext uri="{FF2B5EF4-FFF2-40B4-BE49-F238E27FC236}">
                <a16:creationId xmlns:a16="http://schemas.microsoft.com/office/drawing/2014/main" id="{E89A94D1-888F-42BE-9312-AD62B3292F2C}"/>
              </a:ext>
            </a:extLst>
          </p:cNvPr>
          <p:cNvSpPr>
            <a:spLocks noGrp="1"/>
          </p:cNvSpPr>
          <p:nvPr>
            <p:ph idx="4294967295"/>
          </p:nvPr>
        </p:nvSpPr>
        <p:spPr/>
        <p:txBody>
          <a:bodyPr/>
          <a:lstStyle/>
          <a:p>
            <a:pPr marL="457200" indent="-457200">
              <a:buFont typeface="Wingdings" panose="05000000000000000000" pitchFamily="2" charset="2"/>
              <a:buAutoNum type="arabicPeriod"/>
            </a:pPr>
            <a:r>
              <a:rPr lang="zh-CN" altLang="en-US">
                <a:ea typeface="宋体" panose="02010600030101010101" pitchFamily="2" charset="-122"/>
              </a:rPr>
              <a:t>概述</a:t>
            </a:r>
          </a:p>
          <a:p>
            <a:pPr marL="457200" indent="-457200">
              <a:buFont typeface="Wingdings" panose="05000000000000000000" pitchFamily="2" charset="2"/>
              <a:buAutoNum type="arabicPeriod"/>
            </a:pPr>
            <a:r>
              <a:rPr lang="en-US" altLang="zh-CN">
                <a:ea typeface="宋体" panose="02010600030101010101" pitchFamily="2" charset="-122"/>
              </a:rPr>
              <a:t>CLI </a:t>
            </a:r>
            <a:r>
              <a:rPr lang="zh-CN" altLang="en-US">
                <a:ea typeface="宋体" panose="02010600030101010101" pitchFamily="2" charset="-122"/>
              </a:rPr>
              <a:t>命令</a:t>
            </a:r>
          </a:p>
          <a:p>
            <a:pPr marL="457200" indent="-457200">
              <a:buFont typeface="Wingdings" panose="05000000000000000000" pitchFamily="2" charset="2"/>
              <a:buAutoNum type="arabicPeriod"/>
            </a:pPr>
            <a:r>
              <a:rPr lang="zh-CN" altLang="en-US">
                <a:ea typeface="宋体" panose="02010600030101010101" pitchFamily="2" charset="-122"/>
              </a:rPr>
              <a:t>配置示例</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3">
            <a:extLst>
              <a:ext uri="{FF2B5EF4-FFF2-40B4-BE49-F238E27FC236}">
                <a16:creationId xmlns:a16="http://schemas.microsoft.com/office/drawing/2014/main" id="{64B21A02-3BE3-4ED8-9EF8-4F8337E6B552}"/>
              </a:ext>
            </a:extLst>
          </p:cNvPr>
          <p:cNvSpPr>
            <a:spLocks noGrp="1"/>
          </p:cNvSpPr>
          <p:nvPr>
            <p:ph type="title" idx="4294967295"/>
          </p:nvPr>
        </p:nvSpPr>
        <p:spPr>
          <a:xfrm>
            <a:off x="533400" y="990600"/>
            <a:ext cx="8343900" cy="609600"/>
          </a:xfrm>
        </p:spPr>
        <p:txBody>
          <a:bodyPr/>
          <a:lstStyle/>
          <a:p>
            <a:pPr eaLnBrk="1" hangingPunct="1"/>
            <a:r>
              <a:rPr lang="en-US" altLang="zh-CN">
                <a:ea typeface="宋体" panose="02010600030101010101" pitchFamily="2" charset="-122"/>
              </a:rPr>
              <a:t>1</a:t>
            </a:r>
            <a:r>
              <a:rPr lang="zh-CN" altLang="en-US">
                <a:ea typeface="宋体" panose="02010600030101010101" pitchFamily="2" charset="-122"/>
              </a:rPr>
              <a:t>、概述</a:t>
            </a:r>
            <a:endParaRPr lang="en-US" altLang="zh-CN">
              <a:ea typeface="宋体" panose="02010600030101010101" pitchFamily="2" charset="-122"/>
            </a:endParaRPr>
          </a:p>
        </p:txBody>
      </p:sp>
      <p:pic>
        <p:nvPicPr>
          <p:cNvPr id="46083" name="Picture 5">
            <a:extLst>
              <a:ext uri="{FF2B5EF4-FFF2-40B4-BE49-F238E27FC236}">
                <a16:creationId xmlns:a16="http://schemas.microsoft.com/office/drawing/2014/main" id="{2A1A25B4-0A5B-4BEF-AFC7-8DA0937347E4}"/>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90600" y="1295400"/>
            <a:ext cx="7086600" cy="517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4" name="Title 1">
            <a:extLst>
              <a:ext uri="{FF2B5EF4-FFF2-40B4-BE49-F238E27FC236}">
                <a16:creationId xmlns:a16="http://schemas.microsoft.com/office/drawing/2014/main" id="{2987D239-097E-4A17-804B-966865EC2F3B}"/>
              </a:ext>
            </a:extLst>
          </p:cNvPr>
          <p:cNvSpPr>
            <a:spLocks/>
          </p:cNvSpPr>
          <p:nvPr/>
        </p:nvSpPr>
        <p:spPr bwMode="auto">
          <a:xfrm>
            <a:off x="495300" y="457200"/>
            <a:ext cx="83439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lIns="82124" tIns="41061" rIns="82124" bIns="41061" anchor="b"/>
          <a:lstStyle>
            <a:lvl1pPr defTabSz="814388" eaLnBrk="0" hangingPunct="0">
              <a:defRPr sz="3400" b="1">
                <a:solidFill>
                  <a:schemeClr val="tx1"/>
                </a:solidFill>
                <a:latin typeface="Arial" panose="020B0604020202020204" pitchFamily="34" charset="0"/>
              </a:defRPr>
            </a:lvl1pPr>
            <a:lvl2pPr marL="742950" indent="-285750" defTabSz="814388" eaLnBrk="0" hangingPunct="0">
              <a:defRPr sz="3400" b="1">
                <a:solidFill>
                  <a:schemeClr val="tx1"/>
                </a:solidFill>
                <a:latin typeface="Arial" panose="020B0604020202020204" pitchFamily="34" charset="0"/>
              </a:defRPr>
            </a:lvl2pPr>
            <a:lvl3pPr marL="1143000" indent="-228600" defTabSz="814388" eaLnBrk="0" hangingPunct="0">
              <a:defRPr sz="3400" b="1">
                <a:solidFill>
                  <a:schemeClr val="tx1"/>
                </a:solidFill>
                <a:latin typeface="Arial" panose="020B0604020202020204" pitchFamily="34" charset="0"/>
              </a:defRPr>
            </a:lvl3pPr>
            <a:lvl4pPr marL="1600200" indent="-228600" defTabSz="814388" eaLnBrk="0" hangingPunct="0">
              <a:defRPr sz="3400" b="1">
                <a:solidFill>
                  <a:schemeClr val="tx1"/>
                </a:solidFill>
                <a:latin typeface="Arial" panose="020B0604020202020204" pitchFamily="34" charset="0"/>
              </a:defRPr>
            </a:lvl4pPr>
            <a:lvl5pPr marL="2057400" indent="-228600" defTabSz="814388" eaLnBrk="0" hangingPunct="0">
              <a:defRPr sz="34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4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4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4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lnSpc>
                <a:spcPct val="90000"/>
              </a:lnSpc>
            </a:pPr>
            <a:r>
              <a:rPr lang="zh-CN" altLang="en-US" sz="3200" dirty="0">
                <a:solidFill>
                  <a:srgbClr val="708CA1"/>
                </a:solidFill>
                <a:ea typeface="宋体" panose="02010600030101010101" pitchFamily="2" charset="-122"/>
              </a:rPr>
              <a:t>基于时间的 </a:t>
            </a:r>
            <a:r>
              <a:rPr lang="en-US" altLang="zh-CN" sz="3200" dirty="0">
                <a:solidFill>
                  <a:srgbClr val="708CA1"/>
                </a:solidFill>
                <a:ea typeface="宋体" panose="02010600030101010101" pitchFamily="2" charset="-122"/>
              </a:rPr>
              <a:t>ACL</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4">
            <a:extLst>
              <a:ext uri="{FF2B5EF4-FFF2-40B4-BE49-F238E27FC236}">
                <a16:creationId xmlns:a16="http://schemas.microsoft.com/office/drawing/2014/main" id="{412F526A-F472-479A-847B-0A9C0699732F}"/>
              </a:ext>
            </a:extLst>
          </p:cNvPr>
          <p:cNvSpPr txBox="1">
            <a:spLocks noChangeArrowheads="1"/>
          </p:cNvSpPr>
          <p:nvPr/>
        </p:nvSpPr>
        <p:spPr bwMode="auto">
          <a:xfrm>
            <a:off x="2590800" y="6096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b="1">
                <a:solidFill>
                  <a:schemeClr val="tx1"/>
                </a:solidFill>
                <a:latin typeface="Arial" panose="020B0604020202020204" pitchFamily="34" charset="0"/>
              </a:defRPr>
            </a:lvl1pPr>
            <a:lvl2pPr marL="742950" indent="-285750" eaLnBrk="0" hangingPunct="0">
              <a:defRPr sz="3400" b="1">
                <a:solidFill>
                  <a:schemeClr val="tx1"/>
                </a:solidFill>
                <a:latin typeface="Arial" panose="020B0604020202020204" pitchFamily="34" charset="0"/>
              </a:defRPr>
            </a:lvl2pPr>
            <a:lvl3pPr marL="1143000" indent="-228600" eaLnBrk="0" hangingPunct="0">
              <a:defRPr sz="3400" b="1">
                <a:solidFill>
                  <a:schemeClr val="tx1"/>
                </a:solidFill>
                <a:latin typeface="Arial" panose="020B0604020202020204" pitchFamily="34" charset="0"/>
              </a:defRPr>
            </a:lvl3pPr>
            <a:lvl4pPr marL="1600200" indent="-228600" eaLnBrk="0" hangingPunct="0">
              <a:defRPr sz="3400" b="1">
                <a:solidFill>
                  <a:schemeClr val="tx1"/>
                </a:solidFill>
                <a:latin typeface="Arial" panose="020B0604020202020204" pitchFamily="34" charset="0"/>
              </a:defRPr>
            </a:lvl4pPr>
            <a:lvl5pPr marL="2057400" indent="-228600" eaLnBrk="0" hangingPunct="0">
              <a:defRPr sz="3400" b="1">
                <a:solidFill>
                  <a:schemeClr val="tx1"/>
                </a:solidFill>
                <a:latin typeface="Arial" panose="020B0604020202020204" pitchFamily="34" charset="0"/>
              </a:defRPr>
            </a:lvl5pPr>
            <a:lvl6pPr marL="2514600" indent="-228600" eaLnBrk="0" fontAlgn="base" hangingPunct="0">
              <a:spcBef>
                <a:spcPct val="0"/>
              </a:spcBef>
              <a:spcAft>
                <a:spcPct val="0"/>
              </a:spcAft>
              <a:defRPr sz="3400" b="1">
                <a:solidFill>
                  <a:schemeClr val="tx1"/>
                </a:solidFill>
                <a:latin typeface="Arial" panose="020B0604020202020204" pitchFamily="34" charset="0"/>
              </a:defRPr>
            </a:lvl6pPr>
            <a:lvl7pPr marL="2971800" indent="-228600" eaLnBrk="0" fontAlgn="base" hangingPunct="0">
              <a:spcBef>
                <a:spcPct val="0"/>
              </a:spcBef>
              <a:spcAft>
                <a:spcPct val="0"/>
              </a:spcAft>
              <a:defRPr sz="3400" b="1">
                <a:solidFill>
                  <a:schemeClr val="tx1"/>
                </a:solidFill>
                <a:latin typeface="Arial" panose="020B0604020202020204" pitchFamily="34" charset="0"/>
              </a:defRPr>
            </a:lvl7pPr>
            <a:lvl8pPr marL="3429000" indent="-228600" eaLnBrk="0" fontAlgn="base" hangingPunct="0">
              <a:spcBef>
                <a:spcPct val="0"/>
              </a:spcBef>
              <a:spcAft>
                <a:spcPct val="0"/>
              </a:spcAft>
              <a:defRPr sz="3400" b="1">
                <a:solidFill>
                  <a:schemeClr val="tx1"/>
                </a:solidFill>
                <a:latin typeface="Arial" panose="020B0604020202020204" pitchFamily="34" charset="0"/>
              </a:defRPr>
            </a:lvl8pPr>
            <a:lvl9pPr marL="3886200" indent="-228600"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lnSpc>
                <a:spcPct val="90000"/>
              </a:lnSpc>
              <a:spcBef>
                <a:spcPct val="50000"/>
              </a:spcBef>
            </a:pPr>
            <a:endParaRPr lang="zh-CN" altLang="en-US" sz="1800">
              <a:ea typeface="宋体" panose="02010600030101010101" pitchFamily="2" charset="-122"/>
            </a:endParaRPr>
          </a:p>
        </p:txBody>
      </p:sp>
      <p:sp>
        <p:nvSpPr>
          <p:cNvPr id="47107" name="Title 4">
            <a:extLst>
              <a:ext uri="{FF2B5EF4-FFF2-40B4-BE49-F238E27FC236}">
                <a16:creationId xmlns:a16="http://schemas.microsoft.com/office/drawing/2014/main" id="{834912E2-27DA-4917-8D6B-9232F44D8D58}"/>
              </a:ext>
            </a:extLst>
          </p:cNvPr>
          <p:cNvSpPr>
            <a:spLocks noGrp="1"/>
          </p:cNvSpPr>
          <p:nvPr>
            <p:ph type="title" idx="4294967295"/>
          </p:nvPr>
        </p:nvSpPr>
        <p:spPr>
          <a:xfrm>
            <a:off x="228600" y="1143000"/>
            <a:ext cx="8343900" cy="609600"/>
          </a:xfrm>
        </p:spPr>
        <p:txBody>
          <a:bodyPr/>
          <a:lstStyle/>
          <a:p>
            <a:pPr eaLnBrk="1" hangingPunct="1"/>
            <a:r>
              <a:rPr lang="en-US" altLang="zh-CN">
                <a:ea typeface="宋体" panose="02010600030101010101" pitchFamily="2" charset="-122"/>
              </a:rPr>
              <a:t>2</a:t>
            </a:r>
            <a:r>
              <a:rPr lang="zh-CN" altLang="en-US">
                <a:ea typeface="宋体" panose="02010600030101010101" pitchFamily="2" charset="-122"/>
              </a:rPr>
              <a:t>、</a:t>
            </a:r>
            <a:r>
              <a:rPr lang="en-US" altLang="zh-CN">
                <a:ea typeface="宋体" panose="02010600030101010101" pitchFamily="2" charset="-122"/>
              </a:rPr>
              <a:t>CLI </a:t>
            </a:r>
            <a:r>
              <a:rPr lang="zh-CN" altLang="en-US">
                <a:ea typeface="宋体" panose="02010600030101010101" pitchFamily="2" charset="-122"/>
              </a:rPr>
              <a:t>命令</a:t>
            </a:r>
          </a:p>
        </p:txBody>
      </p:sp>
      <p:pic>
        <p:nvPicPr>
          <p:cNvPr id="47108" name="Picture 7">
            <a:extLst>
              <a:ext uri="{FF2B5EF4-FFF2-40B4-BE49-F238E27FC236}">
                <a16:creationId xmlns:a16="http://schemas.microsoft.com/office/drawing/2014/main" id="{76CAC91D-FAAD-47DC-B73B-457FE56023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771650"/>
            <a:ext cx="8686800" cy="379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
        <p:nvSpPr>
          <p:cNvPr id="47109" name="Title 1">
            <a:extLst>
              <a:ext uri="{FF2B5EF4-FFF2-40B4-BE49-F238E27FC236}">
                <a16:creationId xmlns:a16="http://schemas.microsoft.com/office/drawing/2014/main" id="{AAFF9ABF-8068-4949-B0EC-EA694D411798}"/>
              </a:ext>
            </a:extLst>
          </p:cNvPr>
          <p:cNvSpPr>
            <a:spLocks/>
          </p:cNvSpPr>
          <p:nvPr/>
        </p:nvSpPr>
        <p:spPr bwMode="auto">
          <a:xfrm>
            <a:off x="228600" y="457200"/>
            <a:ext cx="83439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lIns="82124" tIns="41061" rIns="82124" bIns="41061" anchor="b"/>
          <a:lstStyle>
            <a:lvl1pPr defTabSz="814388" eaLnBrk="0" hangingPunct="0">
              <a:defRPr sz="3400" b="1">
                <a:solidFill>
                  <a:schemeClr val="tx1"/>
                </a:solidFill>
                <a:latin typeface="Arial" panose="020B0604020202020204" pitchFamily="34" charset="0"/>
              </a:defRPr>
            </a:lvl1pPr>
            <a:lvl2pPr marL="742950" indent="-285750" defTabSz="814388" eaLnBrk="0" hangingPunct="0">
              <a:defRPr sz="3400" b="1">
                <a:solidFill>
                  <a:schemeClr val="tx1"/>
                </a:solidFill>
                <a:latin typeface="Arial" panose="020B0604020202020204" pitchFamily="34" charset="0"/>
              </a:defRPr>
            </a:lvl2pPr>
            <a:lvl3pPr marL="1143000" indent="-228600" defTabSz="814388" eaLnBrk="0" hangingPunct="0">
              <a:defRPr sz="3400" b="1">
                <a:solidFill>
                  <a:schemeClr val="tx1"/>
                </a:solidFill>
                <a:latin typeface="Arial" panose="020B0604020202020204" pitchFamily="34" charset="0"/>
              </a:defRPr>
            </a:lvl3pPr>
            <a:lvl4pPr marL="1600200" indent="-228600" defTabSz="814388" eaLnBrk="0" hangingPunct="0">
              <a:defRPr sz="3400" b="1">
                <a:solidFill>
                  <a:schemeClr val="tx1"/>
                </a:solidFill>
                <a:latin typeface="Arial" panose="020B0604020202020204" pitchFamily="34" charset="0"/>
              </a:defRPr>
            </a:lvl4pPr>
            <a:lvl5pPr marL="2057400" indent="-228600" defTabSz="814388" eaLnBrk="0" hangingPunct="0">
              <a:defRPr sz="34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4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4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4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lnSpc>
                <a:spcPct val="90000"/>
              </a:lnSpc>
            </a:pPr>
            <a:r>
              <a:rPr lang="zh-CN" altLang="en-US" sz="3200" dirty="0">
                <a:solidFill>
                  <a:srgbClr val="708CA1"/>
                </a:solidFill>
                <a:ea typeface="宋体" panose="02010600030101010101" pitchFamily="2" charset="-122"/>
              </a:rPr>
              <a:t>基于时间的 </a:t>
            </a:r>
            <a:r>
              <a:rPr lang="en-US" altLang="zh-CN" sz="3200" dirty="0">
                <a:solidFill>
                  <a:srgbClr val="708CA1"/>
                </a:solidFill>
                <a:ea typeface="宋体" panose="02010600030101010101" pitchFamily="2" charset="-122"/>
              </a:rPr>
              <a:t>ACL</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72">
            <a:extLst>
              <a:ext uri="{FF2B5EF4-FFF2-40B4-BE49-F238E27FC236}">
                <a16:creationId xmlns:a16="http://schemas.microsoft.com/office/drawing/2014/main" id="{5EA02B49-0F06-4141-804D-DE71F4F8C635}"/>
              </a:ext>
            </a:extLst>
          </p:cNvPr>
          <p:cNvSpPr>
            <a:spLocks noGrp="1"/>
          </p:cNvSpPr>
          <p:nvPr>
            <p:ph type="title" idx="4294967295"/>
          </p:nvPr>
        </p:nvSpPr>
        <p:spPr>
          <a:xfrm>
            <a:off x="228600" y="1447800"/>
            <a:ext cx="3886200" cy="609600"/>
          </a:xfrm>
        </p:spPr>
        <p:txBody>
          <a:bodyPr/>
          <a:lstStyle/>
          <a:p>
            <a:pPr eaLnBrk="1" hangingPunct="1"/>
            <a:r>
              <a:rPr lang="en-US" altLang="zh-CN">
                <a:ea typeface="宋体" panose="02010600030101010101" pitchFamily="2" charset="-122"/>
              </a:rPr>
              <a:t>3</a:t>
            </a:r>
            <a:r>
              <a:rPr lang="zh-CN" altLang="en-US">
                <a:ea typeface="宋体" panose="02010600030101010101" pitchFamily="2" charset="-122"/>
              </a:rPr>
              <a:t>、配置示例</a:t>
            </a:r>
          </a:p>
        </p:txBody>
      </p:sp>
      <p:sp>
        <p:nvSpPr>
          <p:cNvPr id="47122" name="Content Placeholder 174">
            <a:extLst>
              <a:ext uri="{FF2B5EF4-FFF2-40B4-BE49-F238E27FC236}">
                <a16:creationId xmlns:a16="http://schemas.microsoft.com/office/drawing/2014/main" id="{831F254C-55EA-4CF1-97C9-2949C7FFA7D3}"/>
              </a:ext>
            </a:extLst>
          </p:cNvPr>
          <p:cNvSpPr>
            <a:spLocks noGrp="1"/>
          </p:cNvSpPr>
          <p:nvPr>
            <p:ph sz="half" idx="4294967295"/>
          </p:nvPr>
        </p:nvSpPr>
        <p:spPr>
          <a:xfrm>
            <a:off x="228600" y="2438400"/>
            <a:ext cx="8686800" cy="4114800"/>
          </a:xfrm>
          <a:ln w="38100">
            <a:solidFill>
              <a:srgbClr val="708CA1"/>
            </a:solidFill>
            <a:miter lim="800000"/>
            <a:headEnd/>
            <a:tailEnd/>
          </a:ln>
        </p:spPr>
        <p:txBody>
          <a:bodyPr anchor="ctr" anchorCtr="1"/>
          <a:lstStyle/>
          <a:p>
            <a:pPr marL="0" indent="0">
              <a:buFont typeface="Wingdings" panose="05000000000000000000" pitchFamily="2" charset="2"/>
              <a:buNone/>
              <a:defRPr/>
            </a:pPr>
            <a:r>
              <a:rPr lang="en-US" altLang="zh-CN" sz="2000">
                <a:ea typeface="SimSun" pitchFamily="2" charset="-122"/>
              </a:rPr>
              <a:t>R1(config)# </a:t>
            </a:r>
            <a:r>
              <a:rPr lang="en-US" altLang="zh-CN" sz="2000" b="1">
                <a:solidFill>
                  <a:schemeClr val="accent2"/>
                </a:solidFill>
                <a:effectLst>
                  <a:outerShdw blurRad="38100" dist="38100" dir="2700000" algn="tl">
                    <a:srgbClr val="C0C0C0"/>
                  </a:outerShdw>
                </a:effectLst>
                <a:ea typeface="SimSun" pitchFamily="2" charset="-122"/>
              </a:rPr>
              <a:t>time-range employee-time</a:t>
            </a:r>
          </a:p>
          <a:p>
            <a:pPr marL="0" indent="0">
              <a:buFont typeface="Wingdings" panose="05000000000000000000" pitchFamily="2" charset="2"/>
              <a:buNone/>
              <a:defRPr/>
            </a:pPr>
            <a:r>
              <a:rPr lang="en-US" altLang="zh-CN" sz="2000">
                <a:ea typeface="SimSun" pitchFamily="2" charset="-122"/>
              </a:rPr>
              <a:t>R1(config-time-range)# </a:t>
            </a:r>
            <a:r>
              <a:rPr lang="en-US" altLang="zh-CN" sz="2000" b="1">
                <a:effectLst>
                  <a:outerShdw blurRad="38100" dist="38100" dir="2700000" algn="tl">
                    <a:srgbClr val="C0C0C0"/>
                  </a:outerShdw>
                </a:effectLst>
                <a:ea typeface="SimSun" pitchFamily="2" charset="-122"/>
              </a:rPr>
              <a:t>periodic weekdays 12:00 to 13:00</a:t>
            </a:r>
          </a:p>
          <a:p>
            <a:pPr marL="0" indent="0">
              <a:buFont typeface="Wingdings" panose="05000000000000000000" pitchFamily="2" charset="2"/>
              <a:buNone/>
              <a:defRPr/>
            </a:pPr>
            <a:r>
              <a:rPr lang="en-US" altLang="zh-CN" sz="2000">
                <a:ea typeface="SimSun" pitchFamily="2" charset="-122"/>
              </a:rPr>
              <a:t>R1(config-time-range)# </a:t>
            </a:r>
            <a:r>
              <a:rPr lang="en-US" altLang="zh-CN" sz="2000" b="1">
                <a:effectLst>
                  <a:outerShdw blurRad="38100" dist="38100" dir="2700000" algn="tl">
                    <a:srgbClr val="C0C0C0"/>
                  </a:outerShdw>
                </a:effectLst>
                <a:ea typeface="SimSun" pitchFamily="2" charset="-122"/>
              </a:rPr>
              <a:t>periodic weekdays 17:00 to 19:00</a:t>
            </a:r>
          </a:p>
          <a:p>
            <a:pPr marL="0" indent="0">
              <a:buFont typeface="Wingdings" panose="05000000000000000000" pitchFamily="2" charset="2"/>
              <a:buNone/>
              <a:defRPr/>
            </a:pPr>
            <a:r>
              <a:rPr lang="en-US" altLang="zh-CN" sz="2000">
                <a:ea typeface="SimSun" pitchFamily="2" charset="-122"/>
              </a:rPr>
              <a:t>R1(config-time-range)# </a:t>
            </a:r>
            <a:r>
              <a:rPr lang="en-US" altLang="zh-CN" sz="2000" b="1">
                <a:ea typeface="SimSun" pitchFamily="2" charset="-122"/>
              </a:rPr>
              <a:t>exit</a:t>
            </a:r>
          </a:p>
          <a:p>
            <a:pPr marL="0" indent="0">
              <a:buFont typeface="Wingdings" panose="05000000000000000000" pitchFamily="2" charset="2"/>
              <a:buNone/>
              <a:defRPr/>
            </a:pPr>
            <a:r>
              <a:rPr lang="en-US" altLang="zh-CN" sz="2000">
                <a:ea typeface="SimSun" pitchFamily="2" charset="-122"/>
              </a:rPr>
              <a:t>R1(config)# </a:t>
            </a:r>
            <a:r>
              <a:rPr lang="en-US" altLang="zh-CN" sz="2000" b="1">
                <a:solidFill>
                  <a:schemeClr val="accent2"/>
                </a:solidFill>
                <a:effectLst>
                  <a:outerShdw blurRad="38100" dist="38100" dir="2700000" algn="tl">
                    <a:srgbClr val="C0C0C0"/>
                  </a:outerShdw>
                </a:effectLst>
                <a:ea typeface="SimSun" pitchFamily="2" charset="-122"/>
              </a:rPr>
              <a:t>access-list 100 permit ip 192.168.1.0 0.0.0.255 any time-range employee-time</a:t>
            </a:r>
          </a:p>
          <a:p>
            <a:pPr marL="0" indent="0">
              <a:buFont typeface="Wingdings" panose="05000000000000000000" pitchFamily="2" charset="2"/>
              <a:buNone/>
              <a:defRPr/>
            </a:pPr>
            <a:r>
              <a:rPr lang="en-US" altLang="zh-CN" sz="2000">
                <a:ea typeface="SimSun" pitchFamily="2" charset="-122"/>
              </a:rPr>
              <a:t>R1(config)# </a:t>
            </a:r>
            <a:r>
              <a:rPr lang="en-US" altLang="zh-CN" sz="2000" b="1">
                <a:ea typeface="SimSun" pitchFamily="2" charset="-122"/>
              </a:rPr>
              <a:t>access-list 100 deny ip any any</a:t>
            </a:r>
          </a:p>
          <a:p>
            <a:pPr marL="0" indent="0">
              <a:buFont typeface="Wingdings" panose="05000000000000000000" pitchFamily="2" charset="2"/>
              <a:buNone/>
              <a:defRPr/>
            </a:pPr>
            <a:r>
              <a:rPr lang="en-US" altLang="zh-CN" sz="2000">
                <a:ea typeface="SimSun" pitchFamily="2" charset="-122"/>
              </a:rPr>
              <a:t>R1(config)# </a:t>
            </a:r>
            <a:r>
              <a:rPr lang="en-US" altLang="zh-CN" sz="2000" b="1">
                <a:ea typeface="SimSun" pitchFamily="2" charset="-122"/>
              </a:rPr>
              <a:t>interface FastEthernet 0/1</a:t>
            </a:r>
          </a:p>
          <a:p>
            <a:pPr marL="0" indent="0">
              <a:buFont typeface="Wingdings" panose="05000000000000000000" pitchFamily="2" charset="2"/>
              <a:buNone/>
              <a:defRPr/>
            </a:pPr>
            <a:r>
              <a:rPr lang="en-US" altLang="zh-CN" sz="2000">
                <a:ea typeface="SimSun" pitchFamily="2" charset="-122"/>
              </a:rPr>
              <a:t>R1(config-if)# </a:t>
            </a:r>
            <a:r>
              <a:rPr lang="en-US" altLang="zh-CN" sz="2000" b="1">
                <a:ea typeface="SimSun" pitchFamily="2" charset="-122"/>
              </a:rPr>
              <a:t>ip access-group 100 in</a:t>
            </a:r>
          </a:p>
        </p:txBody>
      </p:sp>
      <p:pic>
        <p:nvPicPr>
          <p:cNvPr id="48132" name="Picture 175">
            <a:extLst>
              <a:ext uri="{FF2B5EF4-FFF2-40B4-BE49-F238E27FC236}">
                <a16:creationId xmlns:a16="http://schemas.microsoft.com/office/drawing/2014/main" id="{C3BA5BF0-583F-435E-8489-50605BD1CB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304800"/>
            <a:ext cx="30480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3" name="Title 1">
            <a:extLst>
              <a:ext uri="{FF2B5EF4-FFF2-40B4-BE49-F238E27FC236}">
                <a16:creationId xmlns:a16="http://schemas.microsoft.com/office/drawing/2014/main" id="{BBAC7BBA-D7FF-499E-B123-22D5EC7D45B4}"/>
              </a:ext>
            </a:extLst>
          </p:cNvPr>
          <p:cNvSpPr>
            <a:spLocks/>
          </p:cNvSpPr>
          <p:nvPr/>
        </p:nvSpPr>
        <p:spPr bwMode="auto">
          <a:xfrm>
            <a:off x="304800" y="609600"/>
            <a:ext cx="83439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lIns="82124" tIns="41061" rIns="82124" bIns="41061" anchor="b"/>
          <a:lstStyle>
            <a:lvl1pPr defTabSz="814388" eaLnBrk="0" hangingPunct="0">
              <a:defRPr sz="3400" b="1">
                <a:solidFill>
                  <a:schemeClr val="tx1"/>
                </a:solidFill>
                <a:latin typeface="Arial" panose="020B0604020202020204" pitchFamily="34" charset="0"/>
              </a:defRPr>
            </a:lvl1pPr>
            <a:lvl2pPr marL="742950" indent="-285750" defTabSz="814388" eaLnBrk="0" hangingPunct="0">
              <a:defRPr sz="3400" b="1">
                <a:solidFill>
                  <a:schemeClr val="tx1"/>
                </a:solidFill>
                <a:latin typeface="Arial" panose="020B0604020202020204" pitchFamily="34" charset="0"/>
              </a:defRPr>
            </a:lvl2pPr>
            <a:lvl3pPr marL="1143000" indent="-228600" defTabSz="814388" eaLnBrk="0" hangingPunct="0">
              <a:defRPr sz="3400" b="1">
                <a:solidFill>
                  <a:schemeClr val="tx1"/>
                </a:solidFill>
                <a:latin typeface="Arial" panose="020B0604020202020204" pitchFamily="34" charset="0"/>
              </a:defRPr>
            </a:lvl3pPr>
            <a:lvl4pPr marL="1600200" indent="-228600" defTabSz="814388" eaLnBrk="0" hangingPunct="0">
              <a:defRPr sz="3400" b="1">
                <a:solidFill>
                  <a:schemeClr val="tx1"/>
                </a:solidFill>
                <a:latin typeface="Arial" panose="020B0604020202020204" pitchFamily="34" charset="0"/>
              </a:defRPr>
            </a:lvl4pPr>
            <a:lvl5pPr marL="2057400" indent="-228600" defTabSz="814388" eaLnBrk="0" hangingPunct="0">
              <a:defRPr sz="3400" b="1">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3400" b="1">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3400" b="1">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3400" b="1">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3400" b="1">
                <a:solidFill>
                  <a:schemeClr val="tx1"/>
                </a:solidFill>
                <a:latin typeface="Arial" panose="020B0604020202020204" pitchFamily="34" charset="0"/>
              </a:defRPr>
            </a:lvl9pPr>
          </a:lstStyle>
          <a:p>
            <a:pPr eaLnBrk="1" hangingPunct="1">
              <a:lnSpc>
                <a:spcPct val="90000"/>
              </a:lnSpc>
            </a:pPr>
            <a:r>
              <a:rPr lang="zh-CN" altLang="en-US" sz="3200" dirty="0">
                <a:solidFill>
                  <a:srgbClr val="708CA1"/>
                </a:solidFill>
                <a:ea typeface="宋体" panose="02010600030101010101" pitchFamily="2" charset="-122"/>
              </a:rPr>
              <a:t>基于时间的 </a:t>
            </a:r>
            <a:r>
              <a:rPr lang="en-US" altLang="zh-CN" sz="3200" dirty="0">
                <a:solidFill>
                  <a:srgbClr val="708CA1"/>
                </a:solidFill>
                <a:ea typeface="宋体" panose="02010600030101010101" pitchFamily="2" charset="-122"/>
              </a:rPr>
              <a:t>ACL</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770" name="Picture 100" descr="CNA_largo-onwhite">
            <a:extLst>
              <a:ext uri="{FF2B5EF4-FFF2-40B4-BE49-F238E27FC236}">
                <a16:creationId xmlns:a16="http://schemas.microsoft.com/office/drawing/2014/main" id="{B4707F56-FF48-4905-94A6-FF6793A8B9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895600"/>
            <a:ext cx="7239000" cy="10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PPT-TMPLT-WHT_C">
  <a:themeElements>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PPT-TMPLT-WHT_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NetAcad-4F_PPT-WHT_060408">
  <a:themeElements>
    <a:clrScheme name="Oct_2006_Cisco White Template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Oct_2006_Cisco White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Oct_2006_Cisco White Template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11891</TotalTime>
  <Pages>28</Pages>
  <Words>2593</Words>
  <Application>Microsoft Office PowerPoint</Application>
  <PresentationFormat>全屏显示(4:3)</PresentationFormat>
  <Paragraphs>440</Paragraphs>
  <Slides>58</Slides>
  <Notes>51</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58</vt:i4>
      </vt:variant>
    </vt:vector>
  </HeadingPairs>
  <TitlesOfParts>
    <vt:vector size="68" baseType="lpstr">
      <vt:lpstr>黑体</vt:lpstr>
      <vt:lpstr>宋体</vt:lpstr>
      <vt:lpstr>宋体</vt:lpstr>
      <vt:lpstr>Arial</vt:lpstr>
      <vt:lpstr>Consolas</vt:lpstr>
      <vt:lpstr>Courier New</vt:lpstr>
      <vt:lpstr>Times New Roman</vt:lpstr>
      <vt:lpstr>Wingdings</vt:lpstr>
      <vt:lpstr>PPT-TMPLT-WHT_C</vt:lpstr>
      <vt:lpstr>NetAcad-4F_PPT-WHT_060408</vt:lpstr>
      <vt:lpstr>第 7 章： 网络管理与扩展ACL</vt:lpstr>
      <vt:lpstr>目标</vt:lpstr>
      <vt:lpstr>路由器内部构造</vt:lpstr>
      <vt:lpstr>1路由器是计算机</vt:lpstr>
      <vt:lpstr>一、Cisco IOS 操作系统的用途</vt:lpstr>
      <vt:lpstr>1 .1路由器的 CPU 和存储器</vt:lpstr>
      <vt:lpstr>1.2 路由器启动步骤</vt:lpstr>
      <vt:lpstr>1.3 show version </vt:lpstr>
      <vt:lpstr>1.3SHOW VERSION 命令用于查看路由器的硬件和软件情况</vt:lpstr>
      <vt:lpstr>1.4 路由器管理接口</vt:lpstr>
      <vt:lpstr>1.5路由器接口</vt:lpstr>
      <vt:lpstr>2路由器和交换机的基本配置</vt:lpstr>
      <vt:lpstr>2.1基本配置</vt:lpstr>
      <vt:lpstr>2.2基本的路由器配置</vt:lpstr>
      <vt:lpstr>2.2基本的路由器配置</vt:lpstr>
      <vt:lpstr>3、路由器和交换机的管理</vt:lpstr>
      <vt:lpstr>访问 Cisco IOS 设备 控制台访问方法</vt:lpstr>
      <vt:lpstr>访问 Cisco IOS 设备 Telnet、SSH 和 AUX 访问方法</vt:lpstr>
      <vt:lpstr>访问 Cisco IOS 设备 终端仿真程序</vt:lpstr>
      <vt:lpstr>主机名 设备名称</vt:lpstr>
      <vt:lpstr>主机名 主机名</vt:lpstr>
      <vt:lpstr>主机名 配置主机名</vt:lpstr>
      <vt:lpstr>限制对设备配置的访问 保护设备访问</vt:lpstr>
      <vt:lpstr>限制对设备配置的访问 保护特权 EXEC 访问</vt:lpstr>
      <vt:lpstr>限制对设备配置的访问 保护用户 EXEC 访问</vt:lpstr>
      <vt:lpstr>使用ACL限制虚拟通道访问IP ACL — 标准</vt:lpstr>
      <vt:lpstr>查看用户连接情况</vt:lpstr>
      <vt:lpstr>限制对设备配置的访问 加密密码显示</vt:lpstr>
      <vt:lpstr>限制对设备配置的访问 标语消息</vt:lpstr>
      <vt:lpstr>保存配置 配置文件</vt:lpstr>
      <vt:lpstr>基本交换机配置 准备基本交换机管理</vt:lpstr>
      <vt:lpstr>基本交换机配置 准备基本交换机管理</vt:lpstr>
      <vt:lpstr>配置交换机端口 检验交换机端口配置</vt:lpstr>
      <vt:lpstr>配置交换机端口 网络接入层问题</vt:lpstr>
      <vt:lpstr>配置交换机端口 网络接入层问题</vt:lpstr>
      <vt:lpstr>安全远程访问 SSH 工作原理</vt:lpstr>
      <vt:lpstr>安全远程访问 SSH 工作原理</vt:lpstr>
      <vt:lpstr>安全远程访问 配置 SSH</vt:lpstr>
      <vt:lpstr>安全远程访问 检验 SSH</vt:lpstr>
      <vt:lpstr>访问控制列表</vt:lpstr>
      <vt:lpstr>标准和扩展 IP ACL</vt:lpstr>
      <vt:lpstr>1、ACL 拓扑和类型</vt:lpstr>
      <vt:lpstr>1、 ACL工作过程</vt:lpstr>
      <vt:lpstr>PowerPoint 演示文稿</vt:lpstr>
      <vt:lpstr>PowerPoint 演示文稿</vt:lpstr>
      <vt:lpstr>编号 IP ACL－标准</vt:lpstr>
      <vt:lpstr>2、编号 IP ACL－扩展</vt:lpstr>
      <vt:lpstr>3、命名 IP ACL — 标准</vt:lpstr>
      <vt:lpstr>3、命名IP ACL — 扩展</vt:lpstr>
      <vt:lpstr>5、ACL 配置准则</vt:lpstr>
      <vt:lpstr>应用扩展 ACL</vt:lpstr>
      <vt:lpstr>PowerPoint 演示文稿</vt:lpstr>
      <vt:lpstr> TCP Established选项的语法</vt:lpstr>
      <vt:lpstr>基于时间的 ACL</vt:lpstr>
      <vt:lpstr>1、概述</vt:lpstr>
      <vt:lpstr>2、CLI 命令</vt:lpstr>
      <vt:lpstr>3、配置示例</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 PC v4.0 Chapter 1</dc:title>
  <dc:creator>Karen Alderson</dc:creator>
  <cp:lastModifiedBy>teacher</cp:lastModifiedBy>
  <cp:revision>774</cp:revision>
  <cp:lastPrinted>1999-01-27T00:54:54Z</cp:lastPrinted>
  <dcterms:created xsi:type="dcterms:W3CDTF">2006-10-23T15:07:30Z</dcterms:created>
  <dcterms:modified xsi:type="dcterms:W3CDTF">2024-12-02T10:53:28Z</dcterms:modified>
</cp:coreProperties>
</file>